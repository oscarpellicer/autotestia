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sldIdLst>
    <p:sldId id="256" r:id="rId2"/>
    <p:sldId id="257" r:id="rId3"/>
    <p:sldId id="299" r:id="rId4"/>
    <p:sldId id="258" r:id="rId5"/>
    <p:sldId id="261" r:id="rId6"/>
    <p:sldId id="262" r:id="rId7"/>
    <p:sldId id="263" r:id="rId8"/>
    <p:sldId id="300" r:id="rId9"/>
    <p:sldId id="265" r:id="rId10"/>
    <p:sldId id="266" r:id="rId11"/>
    <p:sldId id="267" r:id="rId12"/>
    <p:sldId id="269" r:id="rId13"/>
    <p:sldId id="301" r:id="rId14"/>
    <p:sldId id="268" r:id="rId15"/>
    <p:sldId id="270" r:id="rId16"/>
    <p:sldId id="302" r:id="rId17"/>
    <p:sldId id="271" r:id="rId18"/>
    <p:sldId id="274" r:id="rId19"/>
    <p:sldId id="275" r:id="rId20"/>
    <p:sldId id="273" r:id="rId21"/>
    <p:sldId id="276" r:id="rId22"/>
    <p:sldId id="303" r:id="rId23"/>
    <p:sldId id="284" r:id="rId24"/>
    <p:sldId id="286" r:id="rId25"/>
    <p:sldId id="285" r:id="rId26"/>
    <p:sldId id="287" r:id="rId27"/>
    <p:sldId id="312" r:id="rId28"/>
    <p:sldId id="304" r:id="rId29"/>
    <p:sldId id="308" r:id="rId30"/>
    <p:sldId id="277" r:id="rId31"/>
    <p:sldId id="278" r:id="rId32"/>
    <p:sldId id="288" r:id="rId33"/>
    <p:sldId id="289" r:id="rId34"/>
    <p:sldId id="310" r:id="rId35"/>
    <p:sldId id="309" r:id="rId36"/>
    <p:sldId id="279" r:id="rId37"/>
    <p:sldId id="290" r:id="rId38"/>
    <p:sldId id="280" r:id="rId39"/>
    <p:sldId id="291" r:id="rId40"/>
    <p:sldId id="281" r:id="rId41"/>
    <p:sldId id="292" r:id="rId42"/>
    <p:sldId id="282" r:id="rId43"/>
    <p:sldId id="293" r:id="rId44"/>
    <p:sldId id="283" r:id="rId45"/>
    <p:sldId id="305" r:id="rId46"/>
    <p:sldId id="294" r:id="rId47"/>
    <p:sldId id="295" r:id="rId48"/>
    <p:sldId id="297" r:id="rId49"/>
    <p:sldId id="296" r:id="rId50"/>
    <p:sldId id="311" r:id="rId51"/>
    <p:sldId id="306" r:id="rId52"/>
    <p:sldId id="298" r:id="rId53"/>
    <p:sldId id="307" r:id="rId54"/>
    <p:sldId id="260" r:id="rId5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DC99FB0-B8A5-71B9-755F-B3476BA742AF}" name="Alejandro Laguna Sanz" initials="AL" userId="S::alejandro.laguna@uv.es::92051962-273e-4f79-a025-120ab1605ee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B59673-1A92-4856-B771-B15D27F39C98}" v="39" dt="2024-04-14T18:43:59.9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00" autoAdjust="0"/>
    <p:restoredTop sz="94660"/>
  </p:normalViewPr>
  <p:slideViewPr>
    <p:cSldViewPr>
      <p:cViewPr>
        <p:scale>
          <a:sx n="125" d="100"/>
          <a:sy n="125" d="100"/>
        </p:scale>
        <p:origin x="2880" y="6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8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aac Suarez Alvarez" userId="3e4bb9f1-952d-4d13-9b2e-21f04a21d71c" providerId="ADAL" clId="{C54CDE41-71A8-41E1-8268-D54C549B7900}"/>
    <pc:docChg chg="undo custSel addSld delSld modSld sldOrd">
      <pc:chgData name="Isaac Suarez Alvarez" userId="3e4bb9f1-952d-4d13-9b2e-21f04a21d71c" providerId="ADAL" clId="{C54CDE41-71A8-41E1-8268-D54C549B7900}" dt="2021-03-11T10:51:26.146" v="1112"/>
      <pc:docMkLst>
        <pc:docMk/>
      </pc:docMkLst>
      <pc:sldChg chg="addSp modSp mod">
        <pc:chgData name="Isaac Suarez Alvarez" userId="3e4bb9f1-952d-4d13-9b2e-21f04a21d71c" providerId="ADAL" clId="{C54CDE41-71A8-41E1-8268-D54C549B7900}" dt="2021-03-07T10:08:37.681" v="1060" actId="1076"/>
        <pc:sldMkLst>
          <pc:docMk/>
          <pc:sldMk cId="228022526" sldId="277"/>
        </pc:sldMkLst>
        <pc:spChg chg="mod">
          <ac:chgData name="Isaac Suarez Alvarez" userId="3e4bb9f1-952d-4d13-9b2e-21f04a21d71c" providerId="ADAL" clId="{C54CDE41-71A8-41E1-8268-D54C549B7900}" dt="2021-03-07T10:05:55.738" v="1012"/>
          <ac:spMkLst>
            <pc:docMk/>
            <pc:sldMk cId="228022526" sldId="277"/>
            <ac:spMk id="2" creationId="{00000000-0000-0000-0000-000000000000}"/>
          </ac:spMkLst>
        </pc:spChg>
        <pc:spChg chg="add mod">
          <ac:chgData name="Isaac Suarez Alvarez" userId="3e4bb9f1-952d-4d13-9b2e-21f04a21d71c" providerId="ADAL" clId="{C54CDE41-71A8-41E1-8268-D54C549B7900}" dt="2021-03-07T10:02:56.937" v="971" actId="113"/>
          <ac:spMkLst>
            <pc:docMk/>
            <pc:sldMk cId="228022526" sldId="277"/>
            <ac:spMk id="17" creationId="{AC85A115-983B-4BB9-8E16-384BEC4E1662}"/>
          </ac:spMkLst>
        </pc:spChg>
        <pc:spChg chg="add mod">
          <ac:chgData name="Isaac Suarez Alvarez" userId="3e4bb9f1-952d-4d13-9b2e-21f04a21d71c" providerId="ADAL" clId="{C54CDE41-71A8-41E1-8268-D54C549B7900}" dt="2021-03-07T10:06:16.890" v="1022" actId="1076"/>
          <ac:spMkLst>
            <pc:docMk/>
            <pc:sldMk cId="228022526" sldId="277"/>
            <ac:spMk id="19" creationId="{AC3D4751-8A28-4FD5-9294-B40B90D6EAC6}"/>
          </ac:spMkLst>
        </pc:spChg>
        <pc:spChg chg="add mod">
          <ac:chgData name="Isaac Suarez Alvarez" userId="3e4bb9f1-952d-4d13-9b2e-21f04a21d71c" providerId="ADAL" clId="{C54CDE41-71A8-41E1-8268-D54C549B7900}" dt="2021-03-07T10:08:37.681" v="1060" actId="1076"/>
          <ac:spMkLst>
            <pc:docMk/>
            <pc:sldMk cId="228022526" sldId="277"/>
            <ac:spMk id="21" creationId="{A9A57E3A-3F0B-435C-9B11-F23C06A70537}"/>
          </ac:spMkLst>
        </pc:spChg>
        <pc:spChg chg="add mod">
          <ac:chgData name="Isaac Suarez Alvarez" userId="3e4bb9f1-952d-4d13-9b2e-21f04a21d71c" providerId="ADAL" clId="{C54CDE41-71A8-41E1-8268-D54C549B7900}" dt="2021-03-07T10:08:34.483" v="1059" actId="14100"/>
          <ac:spMkLst>
            <pc:docMk/>
            <pc:sldMk cId="228022526" sldId="277"/>
            <ac:spMk id="23" creationId="{D0BB3A52-A22F-4240-97C6-5C7B23571B2C}"/>
          </ac:spMkLst>
        </pc:spChg>
        <pc:spChg chg="mod">
          <ac:chgData name="Isaac Suarez Alvarez" userId="3e4bb9f1-952d-4d13-9b2e-21f04a21d71c" providerId="ADAL" clId="{C54CDE41-71A8-41E1-8268-D54C549B7900}" dt="2021-03-07T10:08:28.179" v="1057" actId="1076"/>
          <ac:spMkLst>
            <pc:docMk/>
            <pc:sldMk cId="228022526" sldId="277"/>
            <ac:spMk id="41" creationId="{00000000-0000-0000-0000-000000000000}"/>
          </ac:spMkLst>
        </pc:spChg>
        <pc:spChg chg="mod">
          <ac:chgData name="Isaac Suarez Alvarez" userId="3e4bb9f1-952d-4d13-9b2e-21f04a21d71c" providerId="ADAL" clId="{C54CDE41-71A8-41E1-8268-D54C549B7900}" dt="2021-03-07T10:07:08.314" v="1039" actId="1076"/>
          <ac:spMkLst>
            <pc:docMk/>
            <pc:sldMk cId="228022526" sldId="277"/>
            <ac:spMk id="44" creationId="{00000000-0000-0000-0000-000000000000}"/>
          </ac:spMkLst>
        </pc:spChg>
        <pc:picChg chg="mod">
          <ac:chgData name="Isaac Suarez Alvarez" userId="3e4bb9f1-952d-4d13-9b2e-21f04a21d71c" providerId="ADAL" clId="{C54CDE41-71A8-41E1-8268-D54C549B7900}" dt="2021-03-07T10:08:21.620" v="1056" actId="1076"/>
          <ac:picMkLst>
            <pc:docMk/>
            <pc:sldMk cId="228022526" sldId="277"/>
            <ac:picMk id="2051" creationId="{00000000-0000-0000-0000-000000000000}"/>
          </ac:picMkLst>
        </pc:picChg>
        <pc:picChg chg="mod">
          <ac:chgData name="Isaac Suarez Alvarez" userId="3e4bb9f1-952d-4d13-9b2e-21f04a21d71c" providerId="ADAL" clId="{C54CDE41-71A8-41E1-8268-D54C549B7900}" dt="2021-03-07T09:20:12.962" v="15" actId="1076"/>
          <ac:picMkLst>
            <pc:docMk/>
            <pc:sldMk cId="228022526" sldId="277"/>
            <ac:picMk id="2053" creationId="{00000000-0000-0000-0000-000000000000}"/>
          </ac:picMkLst>
        </pc:picChg>
      </pc:sldChg>
      <pc:sldChg chg="addSp delSp modSp add mod">
        <pc:chgData name="Isaac Suarez Alvarez" userId="3e4bb9f1-952d-4d13-9b2e-21f04a21d71c" providerId="ADAL" clId="{C54CDE41-71A8-41E1-8268-D54C549B7900}" dt="2021-03-07T09:56:27.389" v="792" actId="1076"/>
        <pc:sldMkLst>
          <pc:docMk/>
          <pc:sldMk cId="4151252785" sldId="308"/>
        </pc:sldMkLst>
        <pc:spChg chg="mod">
          <ac:chgData name="Isaac Suarez Alvarez" userId="3e4bb9f1-952d-4d13-9b2e-21f04a21d71c" providerId="ADAL" clId="{C54CDE41-71A8-41E1-8268-D54C549B7900}" dt="2021-03-07T09:52:41.013" v="608" actId="1076"/>
          <ac:spMkLst>
            <pc:docMk/>
            <pc:sldMk cId="4151252785" sldId="308"/>
            <ac:spMk id="2" creationId="{00000000-0000-0000-0000-000000000000}"/>
          </ac:spMkLst>
        </pc:spChg>
        <pc:spChg chg="mod">
          <ac:chgData name="Isaac Suarez Alvarez" userId="3e4bb9f1-952d-4d13-9b2e-21f04a21d71c" providerId="ADAL" clId="{C54CDE41-71A8-41E1-8268-D54C549B7900}" dt="2021-03-07T09:20:09.492" v="14" actId="1076"/>
          <ac:spMkLst>
            <pc:docMk/>
            <pc:sldMk cId="4151252785" sldId="308"/>
            <ac:spMk id="3" creationId="{00000000-0000-0000-0000-000000000000}"/>
          </ac:spMkLst>
        </pc:spChg>
        <pc:spChg chg="del">
          <ac:chgData name="Isaac Suarez Alvarez" userId="3e4bb9f1-952d-4d13-9b2e-21f04a21d71c" providerId="ADAL" clId="{C54CDE41-71A8-41E1-8268-D54C549B7900}" dt="2021-03-07T09:19:53.947" v="1" actId="478"/>
          <ac:spMkLst>
            <pc:docMk/>
            <pc:sldMk cId="4151252785" sldId="308"/>
            <ac:spMk id="4" creationId="{00000000-0000-0000-0000-000000000000}"/>
          </ac:spMkLst>
        </pc:spChg>
        <pc:spChg chg="del">
          <ac:chgData name="Isaac Suarez Alvarez" userId="3e4bb9f1-952d-4d13-9b2e-21f04a21d71c" providerId="ADAL" clId="{C54CDE41-71A8-41E1-8268-D54C549B7900}" dt="2021-03-07T09:19:59.111" v="2" actId="478"/>
          <ac:spMkLst>
            <pc:docMk/>
            <pc:sldMk cId="4151252785" sldId="308"/>
            <ac:spMk id="6" creationId="{00000000-0000-0000-0000-000000000000}"/>
          </ac:spMkLst>
        </pc:spChg>
        <pc:spChg chg="mod">
          <ac:chgData name="Isaac Suarez Alvarez" userId="3e4bb9f1-952d-4d13-9b2e-21f04a21d71c" providerId="ADAL" clId="{C54CDE41-71A8-41E1-8268-D54C549B7900}" dt="2021-03-07T09:22:56.800" v="141" actId="14100"/>
          <ac:spMkLst>
            <pc:docMk/>
            <pc:sldMk cId="4151252785" sldId="308"/>
            <ac:spMk id="7" creationId="{00000000-0000-0000-0000-000000000000}"/>
          </ac:spMkLst>
        </pc:spChg>
        <pc:spChg chg="add del">
          <ac:chgData name="Isaac Suarez Alvarez" userId="3e4bb9f1-952d-4d13-9b2e-21f04a21d71c" providerId="ADAL" clId="{C54CDE41-71A8-41E1-8268-D54C549B7900}" dt="2021-03-07T09:29:05.086" v="185" actId="478"/>
          <ac:spMkLst>
            <pc:docMk/>
            <pc:sldMk cId="4151252785" sldId="308"/>
            <ac:spMk id="23" creationId="{32DBCA47-C9FB-4FF7-8315-48AB61A11937}"/>
          </ac:spMkLst>
        </pc:spChg>
        <pc:spChg chg="add mod">
          <ac:chgData name="Isaac Suarez Alvarez" userId="3e4bb9f1-952d-4d13-9b2e-21f04a21d71c" providerId="ADAL" clId="{C54CDE41-71A8-41E1-8268-D54C549B7900}" dt="2021-03-07T09:54:10.250" v="663" actId="1036"/>
          <ac:spMkLst>
            <pc:docMk/>
            <pc:sldMk cId="4151252785" sldId="308"/>
            <ac:spMk id="24" creationId="{28798E70-494E-4366-A672-236E0B858358}"/>
          </ac:spMkLst>
        </pc:spChg>
        <pc:spChg chg="add mod">
          <ac:chgData name="Isaac Suarez Alvarez" userId="3e4bb9f1-952d-4d13-9b2e-21f04a21d71c" providerId="ADAL" clId="{C54CDE41-71A8-41E1-8268-D54C549B7900}" dt="2021-03-07T09:54:10.250" v="663" actId="1036"/>
          <ac:spMkLst>
            <pc:docMk/>
            <pc:sldMk cId="4151252785" sldId="308"/>
            <ac:spMk id="30" creationId="{F848A817-5912-49A9-94EE-7E575146EEFB}"/>
          </ac:spMkLst>
        </pc:spChg>
        <pc:spChg chg="add mod">
          <ac:chgData name="Isaac Suarez Alvarez" userId="3e4bb9f1-952d-4d13-9b2e-21f04a21d71c" providerId="ADAL" clId="{C54CDE41-71A8-41E1-8268-D54C549B7900}" dt="2021-03-07T09:54:10.250" v="663" actId="1036"/>
          <ac:spMkLst>
            <pc:docMk/>
            <pc:sldMk cId="4151252785" sldId="308"/>
            <ac:spMk id="31" creationId="{581E9288-F6F3-4112-8DC4-ED6103EFAE24}"/>
          </ac:spMkLst>
        </pc:spChg>
        <pc:spChg chg="add mod">
          <ac:chgData name="Isaac Suarez Alvarez" userId="3e4bb9f1-952d-4d13-9b2e-21f04a21d71c" providerId="ADAL" clId="{C54CDE41-71A8-41E1-8268-D54C549B7900}" dt="2021-03-07T09:54:10.250" v="663" actId="1036"/>
          <ac:spMkLst>
            <pc:docMk/>
            <pc:sldMk cId="4151252785" sldId="308"/>
            <ac:spMk id="32" creationId="{345466DB-FA1F-41B9-A5CF-CEF1B07FC339}"/>
          </ac:spMkLst>
        </pc:spChg>
        <pc:spChg chg="add mod">
          <ac:chgData name="Isaac Suarez Alvarez" userId="3e4bb9f1-952d-4d13-9b2e-21f04a21d71c" providerId="ADAL" clId="{C54CDE41-71A8-41E1-8268-D54C549B7900}" dt="2021-03-07T09:54:10.250" v="663" actId="1036"/>
          <ac:spMkLst>
            <pc:docMk/>
            <pc:sldMk cId="4151252785" sldId="308"/>
            <ac:spMk id="33" creationId="{67AC59C9-5C1D-4BAA-A272-DB1461ABD329}"/>
          </ac:spMkLst>
        </pc:spChg>
        <pc:spChg chg="add mod">
          <ac:chgData name="Isaac Suarez Alvarez" userId="3e4bb9f1-952d-4d13-9b2e-21f04a21d71c" providerId="ADAL" clId="{C54CDE41-71A8-41E1-8268-D54C549B7900}" dt="2021-03-07T09:54:10.250" v="663" actId="1036"/>
          <ac:spMkLst>
            <pc:docMk/>
            <pc:sldMk cId="4151252785" sldId="308"/>
            <ac:spMk id="36" creationId="{D069087F-E22E-4C74-8D2F-743AF58FBD12}"/>
          </ac:spMkLst>
        </pc:spChg>
        <pc:spChg chg="add mod">
          <ac:chgData name="Isaac Suarez Alvarez" userId="3e4bb9f1-952d-4d13-9b2e-21f04a21d71c" providerId="ADAL" clId="{C54CDE41-71A8-41E1-8268-D54C549B7900}" dt="2021-03-07T09:54:10.250" v="663" actId="1036"/>
          <ac:spMkLst>
            <pc:docMk/>
            <pc:sldMk cId="4151252785" sldId="308"/>
            <ac:spMk id="41" creationId="{67B298F2-36BA-45D3-A516-B5F663165B27}"/>
          </ac:spMkLst>
        </pc:spChg>
        <pc:spChg chg="add mod">
          <ac:chgData name="Isaac Suarez Alvarez" userId="3e4bb9f1-952d-4d13-9b2e-21f04a21d71c" providerId="ADAL" clId="{C54CDE41-71A8-41E1-8268-D54C549B7900}" dt="2021-03-07T09:54:10.250" v="663" actId="1036"/>
          <ac:spMkLst>
            <pc:docMk/>
            <pc:sldMk cId="4151252785" sldId="308"/>
            <ac:spMk id="42" creationId="{6F3A000C-A398-4733-BFF6-AE858CC87A67}"/>
          </ac:spMkLst>
        </pc:spChg>
        <pc:spChg chg="add mod">
          <ac:chgData name="Isaac Suarez Alvarez" userId="3e4bb9f1-952d-4d13-9b2e-21f04a21d71c" providerId="ADAL" clId="{C54CDE41-71A8-41E1-8268-D54C549B7900}" dt="2021-03-07T09:54:10.250" v="663" actId="1036"/>
          <ac:spMkLst>
            <pc:docMk/>
            <pc:sldMk cId="4151252785" sldId="308"/>
            <ac:spMk id="43" creationId="{A47710D0-6866-4F17-8530-C3B681956C84}"/>
          </ac:spMkLst>
        </pc:spChg>
        <pc:spChg chg="add mod">
          <ac:chgData name="Isaac Suarez Alvarez" userId="3e4bb9f1-952d-4d13-9b2e-21f04a21d71c" providerId="ADAL" clId="{C54CDE41-71A8-41E1-8268-D54C549B7900}" dt="2021-03-07T09:54:10.250" v="663" actId="1036"/>
          <ac:spMkLst>
            <pc:docMk/>
            <pc:sldMk cId="4151252785" sldId="308"/>
            <ac:spMk id="44" creationId="{CDB90C3F-B094-4036-A710-7A56C732FA97}"/>
          </ac:spMkLst>
        </pc:spChg>
        <pc:spChg chg="add mod">
          <ac:chgData name="Isaac Suarez Alvarez" userId="3e4bb9f1-952d-4d13-9b2e-21f04a21d71c" providerId="ADAL" clId="{C54CDE41-71A8-41E1-8268-D54C549B7900}" dt="2021-03-07T09:54:10.250" v="663" actId="1036"/>
          <ac:spMkLst>
            <pc:docMk/>
            <pc:sldMk cId="4151252785" sldId="308"/>
            <ac:spMk id="45" creationId="{BE2A248C-0E23-4DA7-9F6A-EA7B5A394AE8}"/>
          </ac:spMkLst>
        </pc:spChg>
        <pc:spChg chg="add mod">
          <ac:chgData name="Isaac Suarez Alvarez" userId="3e4bb9f1-952d-4d13-9b2e-21f04a21d71c" providerId="ADAL" clId="{C54CDE41-71A8-41E1-8268-D54C549B7900}" dt="2021-03-07T09:54:10.250" v="663" actId="1036"/>
          <ac:spMkLst>
            <pc:docMk/>
            <pc:sldMk cId="4151252785" sldId="308"/>
            <ac:spMk id="46" creationId="{D8943CCB-D29B-4ABF-B236-4FD24235DC33}"/>
          </ac:spMkLst>
        </pc:spChg>
        <pc:spChg chg="add mod ord">
          <ac:chgData name="Isaac Suarez Alvarez" userId="3e4bb9f1-952d-4d13-9b2e-21f04a21d71c" providerId="ADAL" clId="{C54CDE41-71A8-41E1-8268-D54C549B7900}" dt="2021-03-07T09:54:10.250" v="663" actId="1036"/>
          <ac:spMkLst>
            <pc:docMk/>
            <pc:sldMk cId="4151252785" sldId="308"/>
            <ac:spMk id="47" creationId="{AC430C65-236D-4565-8DFA-801DD90DEFA9}"/>
          </ac:spMkLst>
        </pc:spChg>
        <pc:spChg chg="add mod">
          <ac:chgData name="Isaac Suarez Alvarez" userId="3e4bb9f1-952d-4d13-9b2e-21f04a21d71c" providerId="ADAL" clId="{C54CDE41-71A8-41E1-8268-D54C549B7900}" dt="2021-03-07T09:54:10.250" v="663" actId="1036"/>
          <ac:spMkLst>
            <pc:docMk/>
            <pc:sldMk cId="4151252785" sldId="308"/>
            <ac:spMk id="55" creationId="{89A87C5E-C221-47C4-B52D-B746501138CB}"/>
          </ac:spMkLst>
        </pc:spChg>
        <pc:spChg chg="add mod">
          <ac:chgData name="Isaac Suarez Alvarez" userId="3e4bb9f1-952d-4d13-9b2e-21f04a21d71c" providerId="ADAL" clId="{C54CDE41-71A8-41E1-8268-D54C549B7900}" dt="2021-03-07T09:54:10.250" v="663" actId="1036"/>
          <ac:spMkLst>
            <pc:docMk/>
            <pc:sldMk cId="4151252785" sldId="308"/>
            <ac:spMk id="56" creationId="{DFB3D4FA-55D3-401A-8C10-4C792072FA3B}"/>
          </ac:spMkLst>
        </pc:spChg>
        <pc:spChg chg="add mod">
          <ac:chgData name="Isaac Suarez Alvarez" userId="3e4bb9f1-952d-4d13-9b2e-21f04a21d71c" providerId="ADAL" clId="{C54CDE41-71A8-41E1-8268-D54C549B7900}" dt="2021-03-07T09:54:10.250" v="663" actId="1036"/>
          <ac:spMkLst>
            <pc:docMk/>
            <pc:sldMk cId="4151252785" sldId="308"/>
            <ac:spMk id="62" creationId="{2E348548-9B98-4A4B-BFE7-CF711314D5BC}"/>
          </ac:spMkLst>
        </pc:spChg>
        <pc:spChg chg="add mod">
          <ac:chgData name="Isaac Suarez Alvarez" userId="3e4bb9f1-952d-4d13-9b2e-21f04a21d71c" providerId="ADAL" clId="{C54CDE41-71A8-41E1-8268-D54C549B7900}" dt="2021-03-07T09:54:10.250" v="663" actId="1036"/>
          <ac:spMkLst>
            <pc:docMk/>
            <pc:sldMk cId="4151252785" sldId="308"/>
            <ac:spMk id="63" creationId="{09A8DBB9-8F6C-4A0A-BD63-9EA68C2C4A8A}"/>
          </ac:spMkLst>
        </pc:spChg>
        <pc:spChg chg="add mod">
          <ac:chgData name="Isaac Suarez Alvarez" userId="3e4bb9f1-952d-4d13-9b2e-21f04a21d71c" providerId="ADAL" clId="{C54CDE41-71A8-41E1-8268-D54C549B7900}" dt="2021-03-07T09:54:10.250" v="663" actId="1036"/>
          <ac:spMkLst>
            <pc:docMk/>
            <pc:sldMk cId="4151252785" sldId="308"/>
            <ac:spMk id="65" creationId="{F0F4CFE9-3F03-474D-A38A-CC6CEFD9459B}"/>
          </ac:spMkLst>
        </pc:spChg>
        <pc:spChg chg="add mod">
          <ac:chgData name="Isaac Suarez Alvarez" userId="3e4bb9f1-952d-4d13-9b2e-21f04a21d71c" providerId="ADAL" clId="{C54CDE41-71A8-41E1-8268-D54C549B7900}" dt="2021-03-07T09:54:10.250" v="663" actId="1036"/>
          <ac:spMkLst>
            <pc:docMk/>
            <pc:sldMk cId="4151252785" sldId="308"/>
            <ac:spMk id="66" creationId="{0AA4C4FA-0D7B-480A-81A3-E8F439517D0B}"/>
          </ac:spMkLst>
        </pc:spChg>
        <pc:spChg chg="add mod">
          <ac:chgData name="Isaac Suarez Alvarez" userId="3e4bb9f1-952d-4d13-9b2e-21f04a21d71c" providerId="ADAL" clId="{C54CDE41-71A8-41E1-8268-D54C549B7900}" dt="2021-03-07T09:54:10.250" v="663" actId="1036"/>
          <ac:spMkLst>
            <pc:docMk/>
            <pc:sldMk cId="4151252785" sldId="308"/>
            <ac:spMk id="89" creationId="{C6B7A6CE-D824-4D8E-BFA6-26943C91A3DC}"/>
          </ac:spMkLst>
        </pc:spChg>
        <pc:spChg chg="add mod">
          <ac:chgData name="Isaac Suarez Alvarez" userId="3e4bb9f1-952d-4d13-9b2e-21f04a21d71c" providerId="ADAL" clId="{C54CDE41-71A8-41E1-8268-D54C549B7900}" dt="2021-03-07T09:54:10.250" v="663" actId="1036"/>
          <ac:spMkLst>
            <pc:docMk/>
            <pc:sldMk cId="4151252785" sldId="308"/>
            <ac:spMk id="90" creationId="{9557F98F-42C9-45DB-8288-25B6672D14C1}"/>
          </ac:spMkLst>
        </pc:spChg>
        <pc:spChg chg="add mod">
          <ac:chgData name="Isaac Suarez Alvarez" userId="3e4bb9f1-952d-4d13-9b2e-21f04a21d71c" providerId="ADAL" clId="{C54CDE41-71A8-41E1-8268-D54C549B7900}" dt="2021-03-07T09:54:10.250" v="663" actId="1036"/>
          <ac:spMkLst>
            <pc:docMk/>
            <pc:sldMk cId="4151252785" sldId="308"/>
            <ac:spMk id="102" creationId="{645A6EAA-B62C-4693-9347-8448F8BCD3CD}"/>
          </ac:spMkLst>
        </pc:spChg>
        <pc:spChg chg="add mod">
          <ac:chgData name="Isaac Suarez Alvarez" userId="3e4bb9f1-952d-4d13-9b2e-21f04a21d71c" providerId="ADAL" clId="{C54CDE41-71A8-41E1-8268-D54C549B7900}" dt="2021-03-07T09:54:10.250" v="663" actId="1036"/>
          <ac:spMkLst>
            <pc:docMk/>
            <pc:sldMk cId="4151252785" sldId="308"/>
            <ac:spMk id="103" creationId="{4CA34489-6EA3-49C4-B4BA-C9B6C3868367}"/>
          </ac:spMkLst>
        </pc:spChg>
        <pc:spChg chg="add mod">
          <ac:chgData name="Isaac Suarez Alvarez" userId="3e4bb9f1-952d-4d13-9b2e-21f04a21d71c" providerId="ADAL" clId="{C54CDE41-71A8-41E1-8268-D54C549B7900}" dt="2021-03-07T09:54:10.250" v="663" actId="1036"/>
          <ac:spMkLst>
            <pc:docMk/>
            <pc:sldMk cId="4151252785" sldId="308"/>
            <ac:spMk id="115" creationId="{02474A8B-B1DC-45FD-A640-DC6E8558A74C}"/>
          </ac:spMkLst>
        </pc:spChg>
        <pc:spChg chg="add mod">
          <ac:chgData name="Isaac Suarez Alvarez" userId="3e4bb9f1-952d-4d13-9b2e-21f04a21d71c" providerId="ADAL" clId="{C54CDE41-71A8-41E1-8268-D54C549B7900}" dt="2021-03-07T09:54:10.250" v="663" actId="1036"/>
          <ac:spMkLst>
            <pc:docMk/>
            <pc:sldMk cId="4151252785" sldId="308"/>
            <ac:spMk id="116" creationId="{2C277022-566E-44DD-A966-28FA4BF808D3}"/>
          </ac:spMkLst>
        </pc:spChg>
        <pc:spChg chg="add mod">
          <ac:chgData name="Isaac Suarez Alvarez" userId="3e4bb9f1-952d-4d13-9b2e-21f04a21d71c" providerId="ADAL" clId="{C54CDE41-71A8-41E1-8268-D54C549B7900}" dt="2021-03-07T09:54:10.250" v="663" actId="1036"/>
          <ac:spMkLst>
            <pc:docMk/>
            <pc:sldMk cId="4151252785" sldId="308"/>
            <ac:spMk id="127" creationId="{0D561FA3-13B0-4524-AA01-ED101C00ACFE}"/>
          </ac:spMkLst>
        </pc:spChg>
        <pc:spChg chg="add mod">
          <ac:chgData name="Isaac Suarez Alvarez" userId="3e4bb9f1-952d-4d13-9b2e-21f04a21d71c" providerId="ADAL" clId="{C54CDE41-71A8-41E1-8268-D54C549B7900}" dt="2021-03-07T09:54:10.250" v="663" actId="1036"/>
          <ac:spMkLst>
            <pc:docMk/>
            <pc:sldMk cId="4151252785" sldId="308"/>
            <ac:spMk id="129" creationId="{4361C0EF-9A71-4426-982E-87FAD7B73432}"/>
          </ac:spMkLst>
        </pc:spChg>
        <pc:spChg chg="add mod">
          <ac:chgData name="Isaac Suarez Alvarez" userId="3e4bb9f1-952d-4d13-9b2e-21f04a21d71c" providerId="ADAL" clId="{C54CDE41-71A8-41E1-8268-D54C549B7900}" dt="2021-03-07T09:54:10.250" v="663" actId="1036"/>
          <ac:spMkLst>
            <pc:docMk/>
            <pc:sldMk cId="4151252785" sldId="308"/>
            <ac:spMk id="131" creationId="{9737ABE8-12BC-4938-A16E-2982BD2CCA75}"/>
          </ac:spMkLst>
        </pc:spChg>
        <pc:spChg chg="add mod">
          <ac:chgData name="Isaac Suarez Alvarez" userId="3e4bb9f1-952d-4d13-9b2e-21f04a21d71c" providerId="ADAL" clId="{C54CDE41-71A8-41E1-8268-D54C549B7900}" dt="2021-03-07T09:54:10.250" v="663" actId="1036"/>
          <ac:spMkLst>
            <pc:docMk/>
            <pc:sldMk cId="4151252785" sldId="308"/>
            <ac:spMk id="161" creationId="{6E2B9C0B-F522-4DC6-9C2E-6389057BA295}"/>
          </ac:spMkLst>
        </pc:spChg>
        <pc:spChg chg="add mod">
          <ac:chgData name="Isaac Suarez Alvarez" userId="3e4bb9f1-952d-4d13-9b2e-21f04a21d71c" providerId="ADAL" clId="{C54CDE41-71A8-41E1-8268-D54C549B7900}" dt="2021-03-07T09:54:10.250" v="663" actId="1036"/>
          <ac:spMkLst>
            <pc:docMk/>
            <pc:sldMk cId="4151252785" sldId="308"/>
            <ac:spMk id="162" creationId="{620B30B6-15E7-42E4-800A-5F2ECA797A77}"/>
          </ac:spMkLst>
        </pc:spChg>
        <pc:spChg chg="add mod">
          <ac:chgData name="Isaac Suarez Alvarez" userId="3e4bb9f1-952d-4d13-9b2e-21f04a21d71c" providerId="ADAL" clId="{C54CDE41-71A8-41E1-8268-D54C549B7900}" dt="2021-03-07T09:54:10.250" v="663" actId="1036"/>
          <ac:spMkLst>
            <pc:docMk/>
            <pc:sldMk cId="4151252785" sldId="308"/>
            <ac:spMk id="174" creationId="{E4F1D48B-E5F5-4254-8CA1-4203E9C5D742}"/>
          </ac:spMkLst>
        </pc:spChg>
        <pc:spChg chg="add mod">
          <ac:chgData name="Isaac Suarez Alvarez" userId="3e4bb9f1-952d-4d13-9b2e-21f04a21d71c" providerId="ADAL" clId="{C54CDE41-71A8-41E1-8268-D54C549B7900}" dt="2021-03-07T09:54:10.250" v="663" actId="1036"/>
          <ac:spMkLst>
            <pc:docMk/>
            <pc:sldMk cId="4151252785" sldId="308"/>
            <ac:spMk id="175" creationId="{D875B9F9-A154-4A4D-B3B6-8760EA657956}"/>
          </ac:spMkLst>
        </pc:spChg>
        <pc:spChg chg="add mod">
          <ac:chgData name="Isaac Suarez Alvarez" userId="3e4bb9f1-952d-4d13-9b2e-21f04a21d71c" providerId="ADAL" clId="{C54CDE41-71A8-41E1-8268-D54C549B7900}" dt="2021-03-07T09:54:10.250" v="663" actId="1036"/>
          <ac:spMkLst>
            <pc:docMk/>
            <pc:sldMk cId="4151252785" sldId="308"/>
            <ac:spMk id="187" creationId="{2BCC19D8-07E3-4AAC-A255-DB5FC41D5BF2}"/>
          </ac:spMkLst>
        </pc:spChg>
        <pc:spChg chg="add mod">
          <ac:chgData name="Isaac Suarez Alvarez" userId="3e4bb9f1-952d-4d13-9b2e-21f04a21d71c" providerId="ADAL" clId="{C54CDE41-71A8-41E1-8268-D54C549B7900}" dt="2021-03-07T09:54:10.250" v="663" actId="1036"/>
          <ac:spMkLst>
            <pc:docMk/>
            <pc:sldMk cId="4151252785" sldId="308"/>
            <ac:spMk id="188" creationId="{3B4ACE36-3C31-4FD1-A047-C2DF1A0C38D9}"/>
          </ac:spMkLst>
        </pc:spChg>
        <pc:spChg chg="add mod">
          <ac:chgData name="Isaac Suarez Alvarez" userId="3e4bb9f1-952d-4d13-9b2e-21f04a21d71c" providerId="ADAL" clId="{C54CDE41-71A8-41E1-8268-D54C549B7900}" dt="2021-03-07T09:54:10.250" v="663" actId="1036"/>
          <ac:spMkLst>
            <pc:docMk/>
            <pc:sldMk cId="4151252785" sldId="308"/>
            <ac:spMk id="199" creationId="{E7978592-B428-4574-B7FF-3395A38E7B11}"/>
          </ac:spMkLst>
        </pc:spChg>
        <pc:spChg chg="add mod">
          <ac:chgData name="Isaac Suarez Alvarez" userId="3e4bb9f1-952d-4d13-9b2e-21f04a21d71c" providerId="ADAL" clId="{C54CDE41-71A8-41E1-8268-D54C549B7900}" dt="2021-03-07T09:54:10.250" v="663" actId="1036"/>
          <ac:spMkLst>
            <pc:docMk/>
            <pc:sldMk cId="4151252785" sldId="308"/>
            <ac:spMk id="200" creationId="{A403200A-05E2-47F4-9EB0-8D7996A82C32}"/>
          </ac:spMkLst>
        </pc:spChg>
        <pc:spChg chg="add mod">
          <ac:chgData name="Isaac Suarez Alvarez" userId="3e4bb9f1-952d-4d13-9b2e-21f04a21d71c" providerId="ADAL" clId="{C54CDE41-71A8-41E1-8268-D54C549B7900}" dt="2021-03-07T09:54:10.250" v="663" actId="1036"/>
          <ac:spMkLst>
            <pc:docMk/>
            <pc:sldMk cId="4151252785" sldId="308"/>
            <ac:spMk id="201" creationId="{86787B00-C142-4FAB-A5A3-4EDDD8C275BC}"/>
          </ac:spMkLst>
        </pc:spChg>
        <pc:spChg chg="add mod">
          <ac:chgData name="Isaac Suarez Alvarez" userId="3e4bb9f1-952d-4d13-9b2e-21f04a21d71c" providerId="ADAL" clId="{C54CDE41-71A8-41E1-8268-D54C549B7900}" dt="2021-03-07T09:54:10.250" v="663" actId="1036"/>
          <ac:spMkLst>
            <pc:docMk/>
            <pc:sldMk cId="4151252785" sldId="308"/>
            <ac:spMk id="206" creationId="{0C4B4CEB-E8C3-4020-BB31-966A449FB8AA}"/>
          </ac:spMkLst>
        </pc:spChg>
        <pc:spChg chg="add mod">
          <ac:chgData name="Isaac Suarez Alvarez" userId="3e4bb9f1-952d-4d13-9b2e-21f04a21d71c" providerId="ADAL" clId="{C54CDE41-71A8-41E1-8268-D54C549B7900}" dt="2021-03-07T09:54:10.250" v="663" actId="1036"/>
          <ac:spMkLst>
            <pc:docMk/>
            <pc:sldMk cId="4151252785" sldId="308"/>
            <ac:spMk id="208" creationId="{73E49104-C4F8-48EE-9850-C8EDB61376E6}"/>
          </ac:spMkLst>
        </pc:spChg>
        <pc:spChg chg="add mod">
          <ac:chgData name="Isaac Suarez Alvarez" userId="3e4bb9f1-952d-4d13-9b2e-21f04a21d71c" providerId="ADAL" clId="{C54CDE41-71A8-41E1-8268-D54C549B7900}" dt="2021-03-07T09:54:10.250" v="663" actId="1036"/>
          <ac:spMkLst>
            <pc:docMk/>
            <pc:sldMk cId="4151252785" sldId="308"/>
            <ac:spMk id="209" creationId="{CB8680BF-7604-47D1-9987-F1746A27FA20}"/>
          </ac:spMkLst>
        </pc:spChg>
        <pc:spChg chg="add mod">
          <ac:chgData name="Isaac Suarez Alvarez" userId="3e4bb9f1-952d-4d13-9b2e-21f04a21d71c" providerId="ADAL" clId="{C54CDE41-71A8-41E1-8268-D54C549B7900}" dt="2021-03-07T09:54:10.250" v="663" actId="1036"/>
          <ac:spMkLst>
            <pc:docMk/>
            <pc:sldMk cId="4151252785" sldId="308"/>
            <ac:spMk id="210" creationId="{4135B6B1-79CE-4509-BF15-50E03D32C53B}"/>
          </ac:spMkLst>
        </pc:spChg>
        <pc:spChg chg="add mod">
          <ac:chgData name="Isaac Suarez Alvarez" userId="3e4bb9f1-952d-4d13-9b2e-21f04a21d71c" providerId="ADAL" clId="{C54CDE41-71A8-41E1-8268-D54C549B7900}" dt="2021-03-07T09:54:10.250" v="663" actId="1036"/>
          <ac:spMkLst>
            <pc:docMk/>
            <pc:sldMk cId="4151252785" sldId="308"/>
            <ac:spMk id="211" creationId="{E9744E6F-4DC3-4D85-9962-073151B037D0}"/>
          </ac:spMkLst>
        </pc:spChg>
        <pc:spChg chg="add mod">
          <ac:chgData name="Isaac Suarez Alvarez" userId="3e4bb9f1-952d-4d13-9b2e-21f04a21d71c" providerId="ADAL" clId="{C54CDE41-71A8-41E1-8268-D54C549B7900}" dt="2021-03-07T09:54:10.250" v="663" actId="1036"/>
          <ac:spMkLst>
            <pc:docMk/>
            <pc:sldMk cId="4151252785" sldId="308"/>
            <ac:spMk id="212" creationId="{59631ACA-27FE-431F-95ED-63DF996AB75D}"/>
          </ac:spMkLst>
        </pc:spChg>
        <pc:spChg chg="add mod">
          <ac:chgData name="Isaac Suarez Alvarez" userId="3e4bb9f1-952d-4d13-9b2e-21f04a21d71c" providerId="ADAL" clId="{C54CDE41-71A8-41E1-8268-D54C549B7900}" dt="2021-03-07T09:54:39.157" v="693" actId="113"/>
          <ac:spMkLst>
            <pc:docMk/>
            <pc:sldMk cId="4151252785" sldId="308"/>
            <ac:spMk id="213" creationId="{9C5E025C-EE2A-43B7-97DA-874E51D6257F}"/>
          </ac:spMkLst>
        </pc:spChg>
        <pc:spChg chg="add mod">
          <ac:chgData name="Isaac Suarez Alvarez" userId="3e4bb9f1-952d-4d13-9b2e-21f04a21d71c" providerId="ADAL" clId="{C54CDE41-71A8-41E1-8268-D54C549B7900}" dt="2021-03-07T09:54:48.892" v="710" actId="20577"/>
          <ac:spMkLst>
            <pc:docMk/>
            <pc:sldMk cId="4151252785" sldId="308"/>
            <ac:spMk id="214" creationId="{837BB23F-A8E3-4C92-B3D6-A5DDC1875FC3}"/>
          </ac:spMkLst>
        </pc:spChg>
        <pc:spChg chg="add mod">
          <ac:chgData name="Isaac Suarez Alvarez" userId="3e4bb9f1-952d-4d13-9b2e-21f04a21d71c" providerId="ADAL" clId="{C54CDE41-71A8-41E1-8268-D54C549B7900}" dt="2021-03-07T09:55:03.285" v="729" actId="20577"/>
          <ac:spMkLst>
            <pc:docMk/>
            <pc:sldMk cId="4151252785" sldId="308"/>
            <ac:spMk id="215" creationId="{17963506-0AE4-413A-AC86-B75CE60803DB}"/>
          </ac:spMkLst>
        </pc:spChg>
        <pc:spChg chg="add mod">
          <ac:chgData name="Isaac Suarez Alvarez" userId="3e4bb9f1-952d-4d13-9b2e-21f04a21d71c" providerId="ADAL" clId="{C54CDE41-71A8-41E1-8268-D54C549B7900}" dt="2021-03-07T09:55:58.477" v="759" actId="1076"/>
          <ac:spMkLst>
            <pc:docMk/>
            <pc:sldMk cId="4151252785" sldId="308"/>
            <ac:spMk id="216" creationId="{E7C93C18-7BF5-4182-9E02-9C6CA0B11409}"/>
          </ac:spMkLst>
        </pc:spChg>
        <pc:spChg chg="add mod">
          <ac:chgData name="Isaac Suarez Alvarez" userId="3e4bb9f1-952d-4d13-9b2e-21f04a21d71c" providerId="ADAL" clId="{C54CDE41-71A8-41E1-8268-D54C549B7900}" dt="2021-03-07T09:56:12.061" v="771" actId="1076"/>
          <ac:spMkLst>
            <pc:docMk/>
            <pc:sldMk cId="4151252785" sldId="308"/>
            <ac:spMk id="219" creationId="{94943AF7-268E-4CF7-A928-3C125D3E9F3B}"/>
          </ac:spMkLst>
        </pc:spChg>
        <pc:spChg chg="add mod">
          <ac:chgData name="Isaac Suarez Alvarez" userId="3e4bb9f1-952d-4d13-9b2e-21f04a21d71c" providerId="ADAL" clId="{C54CDE41-71A8-41E1-8268-D54C549B7900}" dt="2021-03-07T09:56:19.078" v="785" actId="20577"/>
          <ac:spMkLst>
            <pc:docMk/>
            <pc:sldMk cId="4151252785" sldId="308"/>
            <ac:spMk id="220" creationId="{9B56926F-1581-4FB0-ACE0-F3C754B6A46E}"/>
          </ac:spMkLst>
        </pc:spChg>
        <pc:spChg chg="add mod">
          <ac:chgData name="Isaac Suarez Alvarez" userId="3e4bb9f1-952d-4d13-9b2e-21f04a21d71c" providerId="ADAL" clId="{C54CDE41-71A8-41E1-8268-D54C549B7900}" dt="2021-03-07T09:56:27.389" v="792" actId="1076"/>
          <ac:spMkLst>
            <pc:docMk/>
            <pc:sldMk cId="4151252785" sldId="308"/>
            <ac:spMk id="221" creationId="{8E1DF1C5-2F2E-41D4-BEF5-D67E91BDC093}"/>
          </ac:spMkLst>
        </pc:spChg>
        <pc:grpChg chg="add del mod">
          <ac:chgData name="Isaac Suarez Alvarez" userId="3e4bb9f1-952d-4d13-9b2e-21f04a21d71c" providerId="ADAL" clId="{C54CDE41-71A8-41E1-8268-D54C549B7900}" dt="2021-03-07T09:49:52.944" v="552" actId="165"/>
          <ac:grpSpMkLst>
            <pc:docMk/>
            <pc:sldMk cId="4151252785" sldId="308"/>
            <ac:grpSpMk id="141" creationId="{9D0F6D50-DB67-48AD-81E5-33127F95BE6D}"/>
          </ac:grpSpMkLst>
        </pc:grpChg>
        <pc:picChg chg="add mod">
          <ac:chgData name="Isaac Suarez Alvarez" userId="3e4bb9f1-952d-4d13-9b2e-21f04a21d71c" providerId="ADAL" clId="{C54CDE41-71A8-41E1-8268-D54C549B7900}" dt="2021-03-07T09:55:48.262" v="755" actId="14100"/>
          <ac:picMkLst>
            <pc:docMk/>
            <pc:sldMk cId="4151252785" sldId="308"/>
            <ac:picMk id="8" creationId="{28E3B490-A924-439B-8E27-3D87A9A71459}"/>
          </ac:picMkLst>
        </pc:picChg>
        <pc:picChg chg="add mod">
          <ac:chgData name="Isaac Suarez Alvarez" userId="3e4bb9f1-952d-4d13-9b2e-21f04a21d71c" providerId="ADAL" clId="{C54CDE41-71A8-41E1-8268-D54C549B7900}" dt="2021-03-07T09:55:43.805" v="754" actId="1076"/>
          <ac:picMkLst>
            <pc:docMk/>
            <pc:sldMk cId="4151252785" sldId="308"/>
            <ac:picMk id="9" creationId="{FE10FC20-F544-40A3-A7E0-F1FF648F8899}"/>
          </ac:picMkLst>
        </pc:picChg>
        <pc:picChg chg="add mod">
          <ac:chgData name="Isaac Suarez Alvarez" userId="3e4bb9f1-952d-4d13-9b2e-21f04a21d71c" providerId="ADAL" clId="{C54CDE41-71A8-41E1-8268-D54C549B7900}" dt="2021-03-07T09:55:55.300" v="758" actId="1076"/>
          <ac:picMkLst>
            <pc:docMk/>
            <pc:sldMk cId="4151252785" sldId="308"/>
            <ac:picMk id="10" creationId="{AA7CD86A-16F5-4E0E-9BD0-94F61FC33591}"/>
          </ac:picMkLst>
        </pc:picChg>
        <pc:picChg chg="add mod">
          <ac:chgData name="Isaac Suarez Alvarez" userId="3e4bb9f1-952d-4d13-9b2e-21f04a21d71c" providerId="ADAL" clId="{C54CDE41-71A8-41E1-8268-D54C549B7900}" dt="2021-03-07T09:54:10.250" v="663" actId="1036"/>
          <ac:picMkLst>
            <pc:docMk/>
            <pc:sldMk cId="4151252785" sldId="308"/>
            <ac:picMk id="11" creationId="{38D71830-3DA6-4888-9147-E6CCF9EB71A8}"/>
          </ac:picMkLst>
        </pc:picChg>
        <pc:picChg chg="add mod">
          <ac:chgData name="Isaac Suarez Alvarez" userId="3e4bb9f1-952d-4d13-9b2e-21f04a21d71c" providerId="ADAL" clId="{C54CDE41-71A8-41E1-8268-D54C549B7900}" dt="2021-03-07T09:54:10.250" v="663" actId="1036"/>
          <ac:picMkLst>
            <pc:docMk/>
            <pc:sldMk cId="4151252785" sldId="308"/>
            <ac:picMk id="12" creationId="{2B73D886-E60A-4018-89B7-4BB538FA2BDA}"/>
          </ac:picMkLst>
        </pc:picChg>
        <pc:picChg chg="add mod">
          <ac:chgData name="Isaac Suarez Alvarez" userId="3e4bb9f1-952d-4d13-9b2e-21f04a21d71c" providerId="ADAL" clId="{C54CDE41-71A8-41E1-8268-D54C549B7900}" dt="2021-03-07T09:54:10.250" v="663" actId="1036"/>
          <ac:picMkLst>
            <pc:docMk/>
            <pc:sldMk cId="4151252785" sldId="308"/>
            <ac:picMk id="13" creationId="{BEE2CD29-AAED-4247-B37D-7AB4024B520B}"/>
          </ac:picMkLst>
        </pc:picChg>
        <pc:picChg chg="add mod">
          <ac:chgData name="Isaac Suarez Alvarez" userId="3e4bb9f1-952d-4d13-9b2e-21f04a21d71c" providerId="ADAL" clId="{C54CDE41-71A8-41E1-8268-D54C549B7900}" dt="2021-03-07T09:54:10.250" v="663" actId="1036"/>
          <ac:picMkLst>
            <pc:docMk/>
            <pc:sldMk cId="4151252785" sldId="308"/>
            <ac:picMk id="37" creationId="{239B215C-B623-4BF9-A971-747500429998}"/>
          </ac:picMkLst>
        </pc:picChg>
        <pc:picChg chg="add mod">
          <ac:chgData name="Isaac Suarez Alvarez" userId="3e4bb9f1-952d-4d13-9b2e-21f04a21d71c" providerId="ADAL" clId="{C54CDE41-71A8-41E1-8268-D54C549B7900}" dt="2021-03-07T09:54:10.250" v="663" actId="1036"/>
          <ac:picMkLst>
            <pc:docMk/>
            <pc:sldMk cId="4151252785" sldId="308"/>
            <ac:picMk id="38" creationId="{7E3DC9CE-DA00-46D7-8C6B-D27C1E8C7668}"/>
          </ac:picMkLst>
        </pc:picChg>
        <pc:picChg chg="add mod">
          <ac:chgData name="Isaac Suarez Alvarez" userId="3e4bb9f1-952d-4d13-9b2e-21f04a21d71c" providerId="ADAL" clId="{C54CDE41-71A8-41E1-8268-D54C549B7900}" dt="2021-03-07T09:54:10.250" v="663" actId="1036"/>
          <ac:picMkLst>
            <pc:docMk/>
            <pc:sldMk cId="4151252785" sldId="308"/>
            <ac:picMk id="39" creationId="{2A5370B8-BB76-48FB-9A13-21274B04DCA5}"/>
          </ac:picMkLst>
        </pc:picChg>
        <pc:picChg chg="add mod">
          <ac:chgData name="Isaac Suarez Alvarez" userId="3e4bb9f1-952d-4d13-9b2e-21f04a21d71c" providerId="ADAL" clId="{C54CDE41-71A8-41E1-8268-D54C549B7900}" dt="2021-03-07T09:54:10.250" v="663" actId="1036"/>
          <ac:picMkLst>
            <pc:docMk/>
            <pc:sldMk cId="4151252785" sldId="308"/>
            <ac:picMk id="40" creationId="{43DB895D-BFEE-46EC-AE5B-A856B34A1D8F}"/>
          </ac:picMkLst>
        </pc:picChg>
        <pc:picChg chg="add mod">
          <ac:chgData name="Isaac Suarez Alvarez" userId="3e4bb9f1-952d-4d13-9b2e-21f04a21d71c" providerId="ADAL" clId="{C54CDE41-71A8-41E1-8268-D54C549B7900}" dt="2021-03-07T09:54:10.250" v="663" actId="1036"/>
          <ac:picMkLst>
            <pc:docMk/>
            <pc:sldMk cId="4151252785" sldId="308"/>
            <ac:picMk id="53" creationId="{39B41F8C-7F6E-46EA-898A-53622FB5090B}"/>
          </ac:picMkLst>
        </pc:picChg>
        <pc:picChg chg="add mod">
          <ac:chgData name="Isaac Suarez Alvarez" userId="3e4bb9f1-952d-4d13-9b2e-21f04a21d71c" providerId="ADAL" clId="{C54CDE41-71A8-41E1-8268-D54C549B7900}" dt="2021-03-07T09:54:10.250" v="663" actId="1036"/>
          <ac:picMkLst>
            <pc:docMk/>
            <pc:sldMk cId="4151252785" sldId="308"/>
            <ac:picMk id="54" creationId="{262E4CA9-30D4-4500-8445-230F7234B99B}"/>
          </ac:picMkLst>
        </pc:picChg>
        <pc:picChg chg="add mod">
          <ac:chgData name="Isaac Suarez Alvarez" userId="3e4bb9f1-952d-4d13-9b2e-21f04a21d71c" providerId="ADAL" clId="{C54CDE41-71A8-41E1-8268-D54C549B7900}" dt="2021-03-07T09:54:10.250" v="663" actId="1036"/>
          <ac:picMkLst>
            <pc:docMk/>
            <pc:sldMk cId="4151252785" sldId="308"/>
            <ac:picMk id="68" creationId="{F3EA2911-CA3C-474A-906D-42CFA1FFA0A0}"/>
          </ac:picMkLst>
        </pc:picChg>
        <pc:picChg chg="add mod">
          <ac:chgData name="Isaac Suarez Alvarez" userId="3e4bb9f1-952d-4d13-9b2e-21f04a21d71c" providerId="ADAL" clId="{C54CDE41-71A8-41E1-8268-D54C549B7900}" dt="2021-03-07T09:54:10.250" v="663" actId="1036"/>
          <ac:picMkLst>
            <pc:docMk/>
            <pc:sldMk cId="4151252785" sldId="308"/>
            <ac:picMk id="69" creationId="{30F10A9F-AEDB-4A9C-AE77-4DA6C628E929}"/>
          </ac:picMkLst>
        </pc:picChg>
        <pc:picChg chg="add mod">
          <ac:chgData name="Isaac Suarez Alvarez" userId="3e4bb9f1-952d-4d13-9b2e-21f04a21d71c" providerId="ADAL" clId="{C54CDE41-71A8-41E1-8268-D54C549B7900}" dt="2021-03-07T09:54:10.250" v="663" actId="1036"/>
          <ac:picMkLst>
            <pc:docMk/>
            <pc:sldMk cId="4151252785" sldId="308"/>
            <ac:picMk id="70" creationId="{025F4364-8ED1-443A-9AC7-65EE44B0A843}"/>
          </ac:picMkLst>
        </pc:picChg>
        <pc:picChg chg="add mod">
          <ac:chgData name="Isaac Suarez Alvarez" userId="3e4bb9f1-952d-4d13-9b2e-21f04a21d71c" providerId="ADAL" clId="{C54CDE41-71A8-41E1-8268-D54C549B7900}" dt="2021-03-07T09:54:10.250" v="663" actId="1036"/>
          <ac:picMkLst>
            <pc:docMk/>
            <pc:sldMk cId="4151252785" sldId="308"/>
            <ac:picMk id="71" creationId="{52974A3B-C23B-4E1A-869D-DE5F4DE8E825}"/>
          </ac:picMkLst>
        </pc:picChg>
        <pc:picChg chg="add mod">
          <ac:chgData name="Isaac Suarez Alvarez" userId="3e4bb9f1-952d-4d13-9b2e-21f04a21d71c" providerId="ADAL" clId="{C54CDE41-71A8-41E1-8268-D54C549B7900}" dt="2021-03-07T09:54:10.250" v="663" actId="1036"/>
          <ac:picMkLst>
            <pc:docMk/>
            <pc:sldMk cId="4151252785" sldId="308"/>
            <ac:picMk id="72" creationId="{4A3C8B09-2C97-4AE5-992D-CF92B022F428}"/>
          </ac:picMkLst>
        </pc:picChg>
        <pc:picChg chg="add mod">
          <ac:chgData name="Isaac Suarez Alvarez" userId="3e4bb9f1-952d-4d13-9b2e-21f04a21d71c" providerId="ADAL" clId="{C54CDE41-71A8-41E1-8268-D54C549B7900}" dt="2021-03-07T09:54:10.250" v="663" actId="1036"/>
          <ac:picMkLst>
            <pc:docMk/>
            <pc:sldMk cId="4151252785" sldId="308"/>
            <ac:picMk id="88" creationId="{D8378542-6E4B-4974-AB71-CC44ED32726F}"/>
          </ac:picMkLst>
        </pc:picChg>
        <pc:picChg chg="add mod">
          <ac:chgData name="Isaac Suarez Alvarez" userId="3e4bb9f1-952d-4d13-9b2e-21f04a21d71c" providerId="ADAL" clId="{C54CDE41-71A8-41E1-8268-D54C549B7900}" dt="2021-03-07T09:54:10.250" v="663" actId="1036"/>
          <ac:picMkLst>
            <pc:docMk/>
            <pc:sldMk cId="4151252785" sldId="308"/>
            <ac:picMk id="91" creationId="{06385AE9-5D90-443B-AE63-02235DDC2261}"/>
          </ac:picMkLst>
        </pc:picChg>
        <pc:picChg chg="add mod">
          <ac:chgData name="Isaac Suarez Alvarez" userId="3e4bb9f1-952d-4d13-9b2e-21f04a21d71c" providerId="ADAL" clId="{C54CDE41-71A8-41E1-8268-D54C549B7900}" dt="2021-03-07T09:54:10.250" v="663" actId="1036"/>
          <ac:picMkLst>
            <pc:docMk/>
            <pc:sldMk cId="4151252785" sldId="308"/>
            <ac:picMk id="92" creationId="{7594F4D3-1B4F-41F8-A6CF-000E3A7247D7}"/>
          </ac:picMkLst>
        </pc:picChg>
        <pc:picChg chg="add mod">
          <ac:chgData name="Isaac Suarez Alvarez" userId="3e4bb9f1-952d-4d13-9b2e-21f04a21d71c" providerId="ADAL" clId="{C54CDE41-71A8-41E1-8268-D54C549B7900}" dt="2021-03-07T09:54:10.250" v="663" actId="1036"/>
          <ac:picMkLst>
            <pc:docMk/>
            <pc:sldMk cId="4151252785" sldId="308"/>
            <ac:picMk id="93" creationId="{5B9C23CF-9C18-4621-B4FD-7ECD4EF7629A}"/>
          </ac:picMkLst>
        </pc:picChg>
        <pc:picChg chg="add mod">
          <ac:chgData name="Isaac Suarez Alvarez" userId="3e4bb9f1-952d-4d13-9b2e-21f04a21d71c" providerId="ADAL" clId="{C54CDE41-71A8-41E1-8268-D54C549B7900}" dt="2021-03-07T09:54:10.250" v="663" actId="1036"/>
          <ac:picMkLst>
            <pc:docMk/>
            <pc:sldMk cId="4151252785" sldId="308"/>
            <ac:picMk id="94" creationId="{D5038623-080D-430A-9146-35B72972D83C}"/>
          </ac:picMkLst>
        </pc:picChg>
        <pc:picChg chg="add mod">
          <ac:chgData name="Isaac Suarez Alvarez" userId="3e4bb9f1-952d-4d13-9b2e-21f04a21d71c" providerId="ADAL" clId="{C54CDE41-71A8-41E1-8268-D54C549B7900}" dt="2021-03-07T09:54:10.250" v="663" actId="1036"/>
          <ac:picMkLst>
            <pc:docMk/>
            <pc:sldMk cId="4151252785" sldId="308"/>
            <ac:picMk id="95" creationId="{487CF3DE-F320-4C85-B333-55C8DA16C22C}"/>
          </ac:picMkLst>
        </pc:picChg>
        <pc:picChg chg="add mod">
          <ac:chgData name="Isaac Suarez Alvarez" userId="3e4bb9f1-952d-4d13-9b2e-21f04a21d71c" providerId="ADAL" clId="{C54CDE41-71A8-41E1-8268-D54C549B7900}" dt="2021-03-07T09:54:10.250" v="663" actId="1036"/>
          <ac:picMkLst>
            <pc:docMk/>
            <pc:sldMk cId="4151252785" sldId="308"/>
            <ac:picMk id="101" creationId="{F1AAC0C3-496C-4CCD-9D63-1E6612E961CE}"/>
          </ac:picMkLst>
        </pc:picChg>
        <pc:picChg chg="add mod">
          <ac:chgData name="Isaac Suarez Alvarez" userId="3e4bb9f1-952d-4d13-9b2e-21f04a21d71c" providerId="ADAL" clId="{C54CDE41-71A8-41E1-8268-D54C549B7900}" dt="2021-03-07T09:54:10.250" v="663" actId="1036"/>
          <ac:picMkLst>
            <pc:docMk/>
            <pc:sldMk cId="4151252785" sldId="308"/>
            <ac:picMk id="104" creationId="{BF3B3B23-CCE6-4163-B06F-408A70BE62E7}"/>
          </ac:picMkLst>
        </pc:picChg>
        <pc:picChg chg="add mod">
          <ac:chgData name="Isaac Suarez Alvarez" userId="3e4bb9f1-952d-4d13-9b2e-21f04a21d71c" providerId="ADAL" clId="{C54CDE41-71A8-41E1-8268-D54C549B7900}" dt="2021-03-07T09:54:10.250" v="663" actId="1036"/>
          <ac:picMkLst>
            <pc:docMk/>
            <pc:sldMk cId="4151252785" sldId="308"/>
            <ac:picMk id="105" creationId="{69233F9D-97FC-4C01-9FF3-7EA0F71B6F5D}"/>
          </ac:picMkLst>
        </pc:picChg>
        <pc:picChg chg="add mod">
          <ac:chgData name="Isaac Suarez Alvarez" userId="3e4bb9f1-952d-4d13-9b2e-21f04a21d71c" providerId="ADAL" clId="{C54CDE41-71A8-41E1-8268-D54C549B7900}" dt="2021-03-07T09:54:10.250" v="663" actId="1036"/>
          <ac:picMkLst>
            <pc:docMk/>
            <pc:sldMk cId="4151252785" sldId="308"/>
            <ac:picMk id="106" creationId="{C0BE77D7-1070-41CD-87B2-2D27AF8D81ED}"/>
          </ac:picMkLst>
        </pc:picChg>
        <pc:picChg chg="add mod">
          <ac:chgData name="Isaac Suarez Alvarez" userId="3e4bb9f1-952d-4d13-9b2e-21f04a21d71c" providerId="ADAL" clId="{C54CDE41-71A8-41E1-8268-D54C549B7900}" dt="2021-03-07T09:54:10.250" v="663" actId="1036"/>
          <ac:picMkLst>
            <pc:docMk/>
            <pc:sldMk cId="4151252785" sldId="308"/>
            <ac:picMk id="107" creationId="{1E6F5150-1560-492B-A727-5FEB026F6B1E}"/>
          </ac:picMkLst>
        </pc:picChg>
        <pc:picChg chg="add mod">
          <ac:chgData name="Isaac Suarez Alvarez" userId="3e4bb9f1-952d-4d13-9b2e-21f04a21d71c" providerId="ADAL" clId="{C54CDE41-71A8-41E1-8268-D54C549B7900}" dt="2021-03-07T09:54:10.250" v="663" actId="1036"/>
          <ac:picMkLst>
            <pc:docMk/>
            <pc:sldMk cId="4151252785" sldId="308"/>
            <ac:picMk id="108" creationId="{A4A5CC1E-F693-4A76-928D-468E973A023E}"/>
          </ac:picMkLst>
        </pc:picChg>
        <pc:picChg chg="add mod">
          <ac:chgData name="Isaac Suarez Alvarez" userId="3e4bb9f1-952d-4d13-9b2e-21f04a21d71c" providerId="ADAL" clId="{C54CDE41-71A8-41E1-8268-D54C549B7900}" dt="2021-03-07T09:54:10.250" v="663" actId="1036"/>
          <ac:picMkLst>
            <pc:docMk/>
            <pc:sldMk cId="4151252785" sldId="308"/>
            <ac:picMk id="114" creationId="{6D9915EA-2CEE-40B2-B0C6-31EAFF9ED6CB}"/>
          </ac:picMkLst>
        </pc:picChg>
        <pc:picChg chg="add mod">
          <ac:chgData name="Isaac Suarez Alvarez" userId="3e4bb9f1-952d-4d13-9b2e-21f04a21d71c" providerId="ADAL" clId="{C54CDE41-71A8-41E1-8268-D54C549B7900}" dt="2021-03-07T09:54:10.250" v="663" actId="1036"/>
          <ac:picMkLst>
            <pc:docMk/>
            <pc:sldMk cId="4151252785" sldId="308"/>
            <ac:picMk id="117" creationId="{3B6E3BF8-B09D-4318-B31A-30869A7D6E46}"/>
          </ac:picMkLst>
        </pc:picChg>
        <pc:picChg chg="add mod">
          <ac:chgData name="Isaac Suarez Alvarez" userId="3e4bb9f1-952d-4d13-9b2e-21f04a21d71c" providerId="ADAL" clId="{C54CDE41-71A8-41E1-8268-D54C549B7900}" dt="2021-03-07T09:54:10.250" v="663" actId="1036"/>
          <ac:picMkLst>
            <pc:docMk/>
            <pc:sldMk cId="4151252785" sldId="308"/>
            <ac:picMk id="118" creationId="{EF9D2F76-042D-4AAC-B415-DB0F3A01B023}"/>
          </ac:picMkLst>
        </pc:picChg>
        <pc:picChg chg="add mod">
          <ac:chgData name="Isaac Suarez Alvarez" userId="3e4bb9f1-952d-4d13-9b2e-21f04a21d71c" providerId="ADAL" clId="{C54CDE41-71A8-41E1-8268-D54C549B7900}" dt="2021-03-07T09:54:10.250" v="663" actId="1036"/>
          <ac:picMkLst>
            <pc:docMk/>
            <pc:sldMk cId="4151252785" sldId="308"/>
            <ac:picMk id="119" creationId="{CF6AC196-18DC-4D2F-95DB-0F13FADC136C}"/>
          </ac:picMkLst>
        </pc:picChg>
        <pc:picChg chg="add mod">
          <ac:chgData name="Isaac Suarez Alvarez" userId="3e4bb9f1-952d-4d13-9b2e-21f04a21d71c" providerId="ADAL" clId="{C54CDE41-71A8-41E1-8268-D54C549B7900}" dt="2021-03-07T09:54:10.250" v="663" actId="1036"/>
          <ac:picMkLst>
            <pc:docMk/>
            <pc:sldMk cId="4151252785" sldId="308"/>
            <ac:picMk id="120" creationId="{17CF930F-78D2-4A94-A45A-1C2576BB3EC7}"/>
          </ac:picMkLst>
        </pc:picChg>
        <pc:picChg chg="add mod">
          <ac:chgData name="Isaac Suarez Alvarez" userId="3e4bb9f1-952d-4d13-9b2e-21f04a21d71c" providerId="ADAL" clId="{C54CDE41-71A8-41E1-8268-D54C549B7900}" dt="2021-03-07T09:54:10.250" v="663" actId="1036"/>
          <ac:picMkLst>
            <pc:docMk/>
            <pc:sldMk cId="4151252785" sldId="308"/>
            <ac:picMk id="121" creationId="{B52DB400-1CF4-416B-984A-8CF3DD601882}"/>
          </ac:picMkLst>
        </pc:picChg>
        <pc:picChg chg="add mod topLvl">
          <ac:chgData name="Isaac Suarez Alvarez" userId="3e4bb9f1-952d-4d13-9b2e-21f04a21d71c" providerId="ADAL" clId="{C54CDE41-71A8-41E1-8268-D54C549B7900}" dt="2021-03-07T09:54:10.250" v="663" actId="1036"/>
          <ac:picMkLst>
            <pc:docMk/>
            <pc:sldMk cId="4151252785" sldId="308"/>
            <ac:picMk id="142" creationId="{7714DAFC-F294-4EA3-8D44-69DE940BCC7E}"/>
          </ac:picMkLst>
        </pc:picChg>
        <pc:picChg chg="add mod topLvl">
          <ac:chgData name="Isaac Suarez Alvarez" userId="3e4bb9f1-952d-4d13-9b2e-21f04a21d71c" providerId="ADAL" clId="{C54CDE41-71A8-41E1-8268-D54C549B7900}" dt="2021-03-07T09:54:10.250" v="663" actId="1036"/>
          <ac:picMkLst>
            <pc:docMk/>
            <pc:sldMk cId="4151252785" sldId="308"/>
            <ac:picMk id="143" creationId="{F543F012-767A-44E6-9B25-5AF98A4E06E5}"/>
          </ac:picMkLst>
        </pc:picChg>
        <pc:picChg chg="add mod topLvl">
          <ac:chgData name="Isaac Suarez Alvarez" userId="3e4bb9f1-952d-4d13-9b2e-21f04a21d71c" providerId="ADAL" clId="{C54CDE41-71A8-41E1-8268-D54C549B7900}" dt="2021-03-07T09:54:10.250" v="663" actId="1036"/>
          <ac:picMkLst>
            <pc:docMk/>
            <pc:sldMk cId="4151252785" sldId="308"/>
            <ac:picMk id="144" creationId="{7D8034C8-4AF6-46B4-813C-732FFCADEDB0}"/>
          </ac:picMkLst>
        </pc:picChg>
        <pc:picChg chg="add mod topLvl">
          <ac:chgData name="Isaac Suarez Alvarez" userId="3e4bb9f1-952d-4d13-9b2e-21f04a21d71c" providerId="ADAL" clId="{C54CDE41-71A8-41E1-8268-D54C549B7900}" dt="2021-03-07T09:54:10.250" v="663" actId="1036"/>
          <ac:picMkLst>
            <pc:docMk/>
            <pc:sldMk cId="4151252785" sldId="308"/>
            <ac:picMk id="145" creationId="{1319D207-2E80-4C9A-843E-C45C3ADD73A0}"/>
          </ac:picMkLst>
        </pc:picChg>
        <pc:picChg chg="add mod topLvl">
          <ac:chgData name="Isaac Suarez Alvarez" userId="3e4bb9f1-952d-4d13-9b2e-21f04a21d71c" providerId="ADAL" clId="{C54CDE41-71A8-41E1-8268-D54C549B7900}" dt="2021-03-07T09:54:10.250" v="663" actId="1036"/>
          <ac:picMkLst>
            <pc:docMk/>
            <pc:sldMk cId="4151252785" sldId="308"/>
            <ac:picMk id="146" creationId="{B34DCA53-EBBA-4FAD-BC77-33C49590C6AC}"/>
          </ac:picMkLst>
        </pc:picChg>
        <pc:picChg chg="add mod">
          <ac:chgData name="Isaac Suarez Alvarez" userId="3e4bb9f1-952d-4d13-9b2e-21f04a21d71c" providerId="ADAL" clId="{C54CDE41-71A8-41E1-8268-D54C549B7900}" dt="2021-03-07T09:54:10.250" v="663" actId="1036"/>
          <ac:picMkLst>
            <pc:docMk/>
            <pc:sldMk cId="4151252785" sldId="308"/>
            <ac:picMk id="160" creationId="{7B446E68-38E3-4058-BB9D-60C33FB8952D}"/>
          </ac:picMkLst>
        </pc:picChg>
        <pc:picChg chg="add mod">
          <ac:chgData name="Isaac Suarez Alvarez" userId="3e4bb9f1-952d-4d13-9b2e-21f04a21d71c" providerId="ADAL" clId="{C54CDE41-71A8-41E1-8268-D54C549B7900}" dt="2021-03-07T09:54:10.250" v="663" actId="1036"/>
          <ac:picMkLst>
            <pc:docMk/>
            <pc:sldMk cId="4151252785" sldId="308"/>
            <ac:picMk id="163" creationId="{267C27E4-7241-4856-93CB-23C145CDA5E4}"/>
          </ac:picMkLst>
        </pc:picChg>
        <pc:picChg chg="add mod">
          <ac:chgData name="Isaac Suarez Alvarez" userId="3e4bb9f1-952d-4d13-9b2e-21f04a21d71c" providerId="ADAL" clId="{C54CDE41-71A8-41E1-8268-D54C549B7900}" dt="2021-03-07T09:54:10.250" v="663" actId="1036"/>
          <ac:picMkLst>
            <pc:docMk/>
            <pc:sldMk cId="4151252785" sldId="308"/>
            <ac:picMk id="164" creationId="{2F744175-8B0A-4645-BEA5-B2E73DAF5D60}"/>
          </ac:picMkLst>
        </pc:picChg>
        <pc:picChg chg="add mod">
          <ac:chgData name="Isaac Suarez Alvarez" userId="3e4bb9f1-952d-4d13-9b2e-21f04a21d71c" providerId="ADAL" clId="{C54CDE41-71A8-41E1-8268-D54C549B7900}" dt="2021-03-07T09:54:10.250" v="663" actId="1036"/>
          <ac:picMkLst>
            <pc:docMk/>
            <pc:sldMk cId="4151252785" sldId="308"/>
            <ac:picMk id="165" creationId="{E82D51D5-AC8B-41B2-9699-2F8F40277FFD}"/>
          </ac:picMkLst>
        </pc:picChg>
        <pc:picChg chg="add mod">
          <ac:chgData name="Isaac Suarez Alvarez" userId="3e4bb9f1-952d-4d13-9b2e-21f04a21d71c" providerId="ADAL" clId="{C54CDE41-71A8-41E1-8268-D54C549B7900}" dt="2021-03-07T09:54:10.250" v="663" actId="1036"/>
          <ac:picMkLst>
            <pc:docMk/>
            <pc:sldMk cId="4151252785" sldId="308"/>
            <ac:picMk id="166" creationId="{21FC8FD5-1639-48BD-9DE8-7679AFEF5514}"/>
          </ac:picMkLst>
        </pc:picChg>
        <pc:picChg chg="add mod">
          <ac:chgData name="Isaac Suarez Alvarez" userId="3e4bb9f1-952d-4d13-9b2e-21f04a21d71c" providerId="ADAL" clId="{C54CDE41-71A8-41E1-8268-D54C549B7900}" dt="2021-03-07T09:54:10.250" v="663" actId="1036"/>
          <ac:picMkLst>
            <pc:docMk/>
            <pc:sldMk cId="4151252785" sldId="308"/>
            <ac:picMk id="167" creationId="{5AB91164-313C-473B-A7DF-0F4E69FEFC05}"/>
          </ac:picMkLst>
        </pc:picChg>
        <pc:picChg chg="add mod">
          <ac:chgData name="Isaac Suarez Alvarez" userId="3e4bb9f1-952d-4d13-9b2e-21f04a21d71c" providerId="ADAL" clId="{C54CDE41-71A8-41E1-8268-D54C549B7900}" dt="2021-03-07T09:54:10.250" v="663" actId="1036"/>
          <ac:picMkLst>
            <pc:docMk/>
            <pc:sldMk cId="4151252785" sldId="308"/>
            <ac:picMk id="173" creationId="{F02002CF-05F1-4E44-ADD4-5BF36D28C159}"/>
          </ac:picMkLst>
        </pc:picChg>
        <pc:picChg chg="add mod">
          <ac:chgData name="Isaac Suarez Alvarez" userId="3e4bb9f1-952d-4d13-9b2e-21f04a21d71c" providerId="ADAL" clId="{C54CDE41-71A8-41E1-8268-D54C549B7900}" dt="2021-03-07T09:54:10.250" v="663" actId="1036"/>
          <ac:picMkLst>
            <pc:docMk/>
            <pc:sldMk cId="4151252785" sldId="308"/>
            <ac:picMk id="176" creationId="{21C3CAB1-4E1A-4BF3-9A33-F17EABBA08C8}"/>
          </ac:picMkLst>
        </pc:picChg>
        <pc:picChg chg="add mod">
          <ac:chgData name="Isaac Suarez Alvarez" userId="3e4bb9f1-952d-4d13-9b2e-21f04a21d71c" providerId="ADAL" clId="{C54CDE41-71A8-41E1-8268-D54C549B7900}" dt="2021-03-07T09:54:10.250" v="663" actId="1036"/>
          <ac:picMkLst>
            <pc:docMk/>
            <pc:sldMk cId="4151252785" sldId="308"/>
            <ac:picMk id="177" creationId="{7080A9B4-89D5-4A87-A431-09271014D31B}"/>
          </ac:picMkLst>
        </pc:picChg>
        <pc:picChg chg="add mod">
          <ac:chgData name="Isaac Suarez Alvarez" userId="3e4bb9f1-952d-4d13-9b2e-21f04a21d71c" providerId="ADAL" clId="{C54CDE41-71A8-41E1-8268-D54C549B7900}" dt="2021-03-07T09:54:10.250" v="663" actId="1036"/>
          <ac:picMkLst>
            <pc:docMk/>
            <pc:sldMk cId="4151252785" sldId="308"/>
            <ac:picMk id="178" creationId="{52A2540C-7E25-4A8F-914B-19B8106BD05F}"/>
          </ac:picMkLst>
        </pc:picChg>
        <pc:picChg chg="add mod">
          <ac:chgData name="Isaac Suarez Alvarez" userId="3e4bb9f1-952d-4d13-9b2e-21f04a21d71c" providerId="ADAL" clId="{C54CDE41-71A8-41E1-8268-D54C549B7900}" dt="2021-03-07T09:54:10.250" v="663" actId="1036"/>
          <ac:picMkLst>
            <pc:docMk/>
            <pc:sldMk cId="4151252785" sldId="308"/>
            <ac:picMk id="179" creationId="{58841039-A4F8-4E40-B1C0-DA8D25CFFD53}"/>
          </ac:picMkLst>
        </pc:picChg>
        <pc:picChg chg="add mod">
          <ac:chgData name="Isaac Suarez Alvarez" userId="3e4bb9f1-952d-4d13-9b2e-21f04a21d71c" providerId="ADAL" clId="{C54CDE41-71A8-41E1-8268-D54C549B7900}" dt="2021-03-07T09:54:10.250" v="663" actId="1036"/>
          <ac:picMkLst>
            <pc:docMk/>
            <pc:sldMk cId="4151252785" sldId="308"/>
            <ac:picMk id="180" creationId="{B228E0B7-D943-4507-B44E-F27DD48676EF}"/>
          </ac:picMkLst>
        </pc:picChg>
        <pc:picChg chg="add mod">
          <ac:chgData name="Isaac Suarez Alvarez" userId="3e4bb9f1-952d-4d13-9b2e-21f04a21d71c" providerId="ADAL" clId="{C54CDE41-71A8-41E1-8268-D54C549B7900}" dt="2021-03-07T09:54:10.250" v="663" actId="1036"/>
          <ac:picMkLst>
            <pc:docMk/>
            <pc:sldMk cId="4151252785" sldId="308"/>
            <ac:picMk id="186" creationId="{1794E151-BE9B-4D8B-8875-5C59D850520E}"/>
          </ac:picMkLst>
        </pc:picChg>
        <pc:picChg chg="add mod">
          <ac:chgData name="Isaac Suarez Alvarez" userId="3e4bb9f1-952d-4d13-9b2e-21f04a21d71c" providerId="ADAL" clId="{C54CDE41-71A8-41E1-8268-D54C549B7900}" dt="2021-03-07T09:54:10.250" v="663" actId="1036"/>
          <ac:picMkLst>
            <pc:docMk/>
            <pc:sldMk cId="4151252785" sldId="308"/>
            <ac:picMk id="189" creationId="{AE363839-CB21-473A-836E-20ACD4173D36}"/>
          </ac:picMkLst>
        </pc:picChg>
        <pc:picChg chg="add mod">
          <ac:chgData name="Isaac Suarez Alvarez" userId="3e4bb9f1-952d-4d13-9b2e-21f04a21d71c" providerId="ADAL" clId="{C54CDE41-71A8-41E1-8268-D54C549B7900}" dt="2021-03-07T09:54:10.250" v="663" actId="1036"/>
          <ac:picMkLst>
            <pc:docMk/>
            <pc:sldMk cId="4151252785" sldId="308"/>
            <ac:picMk id="190" creationId="{C6BC26F1-8856-404D-A73B-BBB68FDED8A6}"/>
          </ac:picMkLst>
        </pc:picChg>
        <pc:picChg chg="add mod">
          <ac:chgData name="Isaac Suarez Alvarez" userId="3e4bb9f1-952d-4d13-9b2e-21f04a21d71c" providerId="ADAL" clId="{C54CDE41-71A8-41E1-8268-D54C549B7900}" dt="2021-03-07T09:54:10.250" v="663" actId="1036"/>
          <ac:picMkLst>
            <pc:docMk/>
            <pc:sldMk cId="4151252785" sldId="308"/>
            <ac:picMk id="191" creationId="{44E41970-E3C0-4449-9FA2-B6D9359F1682}"/>
          </ac:picMkLst>
        </pc:picChg>
        <pc:picChg chg="add mod">
          <ac:chgData name="Isaac Suarez Alvarez" userId="3e4bb9f1-952d-4d13-9b2e-21f04a21d71c" providerId="ADAL" clId="{C54CDE41-71A8-41E1-8268-D54C549B7900}" dt="2021-03-07T09:54:10.250" v="663" actId="1036"/>
          <ac:picMkLst>
            <pc:docMk/>
            <pc:sldMk cId="4151252785" sldId="308"/>
            <ac:picMk id="192" creationId="{646E9488-DEE1-4DCD-A583-0250C65D0D1D}"/>
          </ac:picMkLst>
        </pc:picChg>
        <pc:picChg chg="add mod">
          <ac:chgData name="Isaac Suarez Alvarez" userId="3e4bb9f1-952d-4d13-9b2e-21f04a21d71c" providerId="ADAL" clId="{C54CDE41-71A8-41E1-8268-D54C549B7900}" dt="2021-03-07T09:54:10.250" v="663" actId="1036"/>
          <ac:picMkLst>
            <pc:docMk/>
            <pc:sldMk cId="4151252785" sldId="308"/>
            <ac:picMk id="193" creationId="{64CEB872-2199-4BEC-AFE1-F4BDF13ECBC1}"/>
          </ac:picMkLst>
        </pc:picChg>
        <pc:cxnChg chg="add del mod">
          <ac:chgData name="Isaac Suarez Alvarez" userId="3e4bb9f1-952d-4d13-9b2e-21f04a21d71c" providerId="ADAL" clId="{C54CDE41-71A8-41E1-8268-D54C549B7900}" dt="2021-03-07T09:54:10.250" v="663" actId="1036"/>
          <ac:cxnSpMkLst>
            <pc:docMk/>
            <pc:sldMk cId="4151252785" sldId="308"/>
            <ac:cxnSpMk id="14" creationId="{8F284EA5-0D76-4499-9C95-D864688C1804}"/>
          </ac:cxnSpMkLst>
        </pc:cxnChg>
        <pc:cxnChg chg="add del mod">
          <ac:chgData name="Isaac Suarez Alvarez" userId="3e4bb9f1-952d-4d13-9b2e-21f04a21d71c" providerId="ADAL" clId="{C54CDE41-71A8-41E1-8268-D54C549B7900}" dt="2021-03-07T09:55:38.445" v="753" actId="14100"/>
          <ac:cxnSpMkLst>
            <pc:docMk/>
            <pc:sldMk cId="4151252785" sldId="308"/>
            <ac:cxnSpMk id="19" creationId="{787C6A6C-C9CD-4879-9B97-D7287CFEC572}"/>
          </ac:cxnSpMkLst>
        </pc:cxnChg>
        <pc:cxnChg chg="add del mod">
          <ac:chgData name="Isaac Suarez Alvarez" userId="3e4bb9f1-952d-4d13-9b2e-21f04a21d71c" providerId="ADAL" clId="{C54CDE41-71A8-41E1-8268-D54C549B7900}" dt="2021-03-07T09:55:52.429" v="757" actId="14100"/>
          <ac:cxnSpMkLst>
            <pc:docMk/>
            <pc:sldMk cId="4151252785" sldId="308"/>
            <ac:cxnSpMk id="21" creationId="{153A90EA-4BBE-4364-ACE7-E63BD6F74039}"/>
          </ac:cxnSpMkLst>
        </pc:cxnChg>
        <pc:cxnChg chg="add mod">
          <ac:chgData name="Isaac Suarez Alvarez" userId="3e4bb9f1-952d-4d13-9b2e-21f04a21d71c" providerId="ADAL" clId="{C54CDE41-71A8-41E1-8268-D54C549B7900}" dt="2021-03-07T09:54:10.250" v="663" actId="1036"/>
          <ac:cxnSpMkLst>
            <pc:docMk/>
            <pc:sldMk cId="4151252785" sldId="308"/>
            <ac:cxnSpMk id="34" creationId="{ADACC2F8-FDAF-4216-A620-A1D8DE512154}"/>
          </ac:cxnSpMkLst>
        </pc:cxnChg>
        <pc:cxnChg chg="add mod ord">
          <ac:chgData name="Isaac Suarez Alvarez" userId="3e4bb9f1-952d-4d13-9b2e-21f04a21d71c" providerId="ADAL" clId="{C54CDE41-71A8-41E1-8268-D54C549B7900}" dt="2021-03-07T09:54:10.250" v="663" actId="1036"/>
          <ac:cxnSpMkLst>
            <pc:docMk/>
            <pc:sldMk cId="4151252785" sldId="308"/>
            <ac:cxnSpMk id="49" creationId="{1771B295-7AA5-4E53-B6FC-74FF0C564613}"/>
          </ac:cxnSpMkLst>
        </pc:cxnChg>
        <pc:cxnChg chg="add mod ord">
          <ac:chgData name="Isaac Suarez Alvarez" userId="3e4bb9f1-952d-4d13-9b2e-21f04a21d71c" providerId="ADAL" clId="{C54CDE41-71A8-41E1-8268-D54C549B7900}" dt="2021-03-07T09:54:10.250" v="663" actId="1036"/>
          <ac:cxnSpMkLst>
            <pc:docMk/>
            <pc:sldMk cId="4151252785" sldId="308"/>
            <ac:cxnSpMk id="51" creationId="{ADDAD17F-D78D-4F7C-A884-70BDDEF32DCC}"/>
          </ac:cxnSpMkLst>
        </pc:cxnChg>
        <pc:cxnChg chg="add mod">
          <ac:chgData name="Isaac Suarez Alvarez" userId="3e4bb9f1-952d-4d13-9b2e-21f04a21d71c" providerId="ADAL" clId="{C54CDE41-71A8-41E1-8268-D54C549B7900}" dt="2021-03-07T09:54:10.250" v="663" actId="1036"/>
          <ac:cxnSpMkLst>
            <pc:docMk/>
            <pc:sldMk cId="4151252785" sldId="308"/>
            <ac:cxnSpMk id="52" creationId="{9097AC0F-4ECC-42FB-8FCA-6CF4E52A6156}"/>
          </ac:cxnSpMkLst>
        </pc:cxnChg>
        <pc:cxnChg chg="add mod">
          <ac:chgData name="Isaac Suarez Alvarez" userId="3e4bb9f1-952d-4d13-9b2e-21f04a21d71c" providerId="ADAL" clId="{C54CDE41-71A8-41E1-8268-D54C549B7900}" dt="2021-03-07T09:54:10.250" v="663" actId="1036"/>
          <ac:cxnSpMkLst>
            <pc:docMk/>
            <pc:sldMk cId="4151252785" sldId="308"/>
            <ac:cxnSpMk id="57" creationId="{2F579B5B-83BC-4765-809D-714B0CDEF021}"/>
          </ac:cxnSpMkLst>
        </pc:cxnChg>
        <pc:cxnChg chg="add mod">
          <ac:chgData name="Isaac Suarez Alvarez" userId="3e4bb9f1-952d-4d13-9b2e-21f04a21d71c" providerId="ADAL" clId="{C54CDE41-71A8-41E1-8268-D54C549B7900}" dt="2021-03-07T09:54:10.250" v="663" actId="1036"/>
          <ac:cxnSpMkLst>
            <pc:docMk/>
            <pc:sldMk cId="4151252785" sldId="308"/>
            <ac:cxnSpMk id="60" creationId="{0174CC37-197A-453B-B076-D28E73000D82}"/>
          </ac:cxnSpMkLst>
        </pc:cxnChg>
        <pc:cxnChg chg="add mod">
          <ac:chgData name="Isaac Suarez Alvarez" userId="3e4bb9f1-952d-4d13-9b2e-21f04a21d71c" providerId="ADAL" clId="{C54CDE41-71A8-41E1-8268-D54C549B7900}" dt="2021-03-07T09:54:10.250" v="663" actId="1036"/>
          <ac:cxnSpMkLst>
            <pc:docMk/>
            <pc:sldMk cId="4151252785" sldId="308"/>
            <ac:cxnSpMk id="73" creationId="{BE938472-6548-4BC8-A924-C7CE02BD8AE8}"/>
          </ac:cxnSpMkLst>
        </pc:cxnChg>
        <pc:cxnChg chg="add mod">
          <ac:chgData name="Isaac Suarez Alvarez" userId="3e4bb9f1-952d-4d13-9b2e-21f04a21d71c" providerId="ADAL" clId="{C54CDE41-71A8-41E1-8268-D54C549B7900}" dt="2021-03-07T09:54:10.250" v="663" actId="1036"/>
          <ac:cxnSpMkLst>
            <pc:docMk/>
            <pc:sldMk cId="4151252785" sldId="308"/>
            <ac:cxnSpMk id="76" creationId="{33F0EBDE-AD16-4574-9F2E-2867CC6D679B}"/>
          </ac:cxnSpMkLst>
        </pc:cxnChg>
        <pc:cxnChg chg="add mod">
          <ac:chgData name="Isaac Suarez Alvarez" userId="3e4bb9f1-952d-4d13-9b2e-21f04a21d71c" providerId="ADAL" clId="{C54CDE41-71A8-41E1-8268-D54C549B7900}" dt="2021-03-07T09:54:10.250" v="663" actId="1036"/>
          <ac:cxnSpMkLst>
            <pc:docMk/>
            <pc:sldMk cId="4151252785" sldId="308"/>
            <ac:cxnSpMk id="81" creationId="{818ADB8E-AB5B-4239-B3C0-F2BF1C85BCF0}"/>
          </ac:cxnSpMkLst>
        </pc:cxnChg>
        <pc:cxnChg chg="add mod">
          <ac:chgData name="Isaac Suarez Alvarez" userId="3e4bb9f1-952d-4d13-9b2e-21f04a21d71c" providerId="ADAL" clId="{C54CDE41-71A8-41E1-8268-D54C549B7900}" dt="2021-03-07T09:54:10.250" v="663" actId="1036"/>
          <ac:cxnSpMkLst>
            <pc:docMk/>
            <pc:sldMk cId="4151252785" sldId="308"/>
            <ac:cxnSpMk id="84" creationId="{A4FBB459-F744-473D-BAC3-85E30AED292B}"/>
          </ac:cxnSpMkLst>
        </pc:cxnChg>
        <pc:cxnChg chg="add mod">
          <ac:chgData name="Isaac Suarez Alvarez" userId="3e4bb9f1-952d-4d13-9b2e-21f04a21d71c" providerId="ADAL" clId="{C54CDE41-71A8-41E1-8268-D54C549B7900}" dt="2021-03-07T09:54:10.250" v="663" actId="1036"/>
          <ac:cxnSpMkLst>
            <pc:docMk/>
            <pc:sldMk cId="4151252785" sldId="308"/>
            <ac:cxnSpMk id="86" creationId="{806264E8-D449-46B5-BDA1-7B9EB7F7E8E7}"/>
          </ac:cxnSpMkLst>
        </pc:cxnChg>
        <pc:cxnChg chg="add mod">
          <ac:chgData name="Isaac Suarez Alvarez" userId="3e4bb9f1-952d-4d13-9b2e-21f04a21d71c" providerId="ADAL" clId="{C54CDE41-71A8-41E1-8268-D54C549B7900}" dt="2021-03-07T09:54:10.250" v="663" actId="1036"/>
          <ac:cxnSpMkLst>
            <pc:docMk/>
            <pc:sldMk cId="4151252785" sldId="308"/>
            <ac:cxnSpMk id="96" creationId="{06C502C4-E5E3-40EA-BFE9-EA4499A62221}"/>
          </ac:cxnSpMkLst>
        </pc:cxnChg>
        <pc:cxnChg chg="add mod">
          <ac:chgData name="Isaac Suarez Alvarez" userId="3e4bb9f1-952d-4d13-9b2e-21f04a21d71c" providerId="ADAL" clId="{C54CDE41-71A8-41E1-8268-D54C549B7900}" dt="2021-03-07T09:54:10.250" v="663" actId="1036"/>
          <ac:cxnSpMkLst>
            <pc:docMk/>
            <pc:sldMk cId="4151252785" sldId="308"/>
            <ac:cxnSpMk id="97" creationId="{DDE5EF84-3AD8-43B9-A1D2-CC8DA5E4FA94}"/>
          </ac:cxnSpMkLst>
        </pc:cxnChg>
        <pc:cxnChg chg="add mod">
          <ac:chgData name="Isaac Suarez Alvarez" userId="3e4bb9f1-952d-4d13-9b2e-21f04a21d71c" providerId="ADAL" clId="{C54CDE41-71A8-41E1-8268-D54C549B7900}" dt="2021-03-07T09:54:10.250" v="663" actId="1036"/>
          <ac:cxnSpMkLst>
            <pc:docMk/>
            <pc:sldMk cId="4151252785" sldId="308"/>
            <ac:cxnSpMk id="98" creationId="{758EFB92-A2F1-4E60-87CF-1A6BADC1E9B8}"/>
          </ac:cxnSpMkLst>
        </pc:cxnChg>
        <pc:cxnChg chg="add mod">
          <ac:chgData name="Isaac Suarez Alvarez" userId="3e4bb9f1-952d-4d13-9b2e-21f04a21d71c" providerId="ADAL" clId="{C54CDE41-71A8-41E1-8268-D54C549B7900}" dt="2021-03-07T09:54:10.250" v="663" actId="1036"/>
          <ac:cxnSpMkLst>
            <pc:docMk/>
            <pc:sldMk cId="4151252785" sldId="308"/>
            <ac:cxnSpMk id="99" creationId="{7AC2F0A0-D74F-4B19-A9E5-69ABE5BF80AB}"/>
          </ac:cxnSpMkLst>
        </pc:cxnChg>
        <pc:cxnChg chg="add mod">
          <ac:chgData name="Isaac Suarez Alvarez" userId="3e4bb9f1-952d-4d13-9b2e-21f04a21d71c" providerId="ADAL" clId="{C54CDE41-71A8-41E1-8268-D54C549B7900}" dt="2021-03-07T09:54:10.250" v="663" actId="1036"/>
          <ac:cxnSpMkLst>
            <pc:docMk/>
            <pc:sldMk cId="4151252785" sldId="308"/>
            <ac:cxnSpMk id="100" creationId="{A8CFC2F5-2140-40FF-9DC2-936C2B9AE4A3}"/>
          </ac:cxnSpMkLst>
        </pc:cxnChg>
        <pc:cxnChg chg="add mod">
          <ac:chgData name="Isaac Suarez Alvarez" userId="3e4bb9f1-952d-4d13-9b2e-21f04a21d71c" providerId="ADAL" clId="{C54CDE41-71A8-41E1-8268-D54C549B7900}" dt="2021-03-07T09:54:10.250" v="663" actId="1036"/>
          <ac:cxnSpMkLst>
            <pc:docMk/>
            <pc:sldMk cId="4151252785" sldId="308"/>
            <ac:cxnSpMk id="109" creationId="{10E2EAD3-5F06-42B9-AEAA-9591982C63D2}"/>
          </ac:cxnSpMkLst>
        </pc:cxnChg>
        <pc:cxnChg chg="add mod">
          <ac:chgData name="Isaac Suarez Alvarez" userId="3e4bb9f1-952d-4d13-9b2e-21f04a21d71c" providerId="ADAL" clId="{C54CDE41-71A8-41E1-8268-D54C549B7900}" dt="2021-03-07T09:54:10.250" v="663" actId="1036"/>
          <ac:cxnSpMkLst>
            <pc:docMk/>
            <pc:sldMk cId="4151252785" sldId="308"/>
            <ac:cxnSpMk id="110" creationId="{D82282B1-F69C-40CB-A39D-218B53FF2679}"/>
          </ac:cxnSpMkLst>
        </pc:cxnChg>
        <pc:cxnChg chg="add mod">
          <ac:chgData name="Isaac Suarez Alvarez" userId="3e4bb9f1-952d-4d13-9b2e-21f04a21d71c" providerId="ADAL" clId="{C54CDE41-71A8-41E1-8268-D54C549B7900}" dt="2021-03-07T09:54:10.250" v="663" actId="1036"/>
          <ac:cxnSpMkLst>
            <pc:docMk/>
            <pc:sldMk cId="4151252785" sldId="308"/>
            <ac:cxnSpMk id="111" creationId="{0E58DB4D-B261-4862-8A31-7C0F54550C01}"/>
          </ac:cxnSpMkLst>
        </pc:cxnChg>
        <pc:cxnChg chg="add mod">
          <ac:chgData name="Isaac Suarez Alvarez" userId="3e4bb9f1-952d-4d13-9b2e-21f04a21d71c" providerId="ADAL" clId="{C54CDE41-71A8-41E1-8268-D54C549B7900}" dt="2021-03-07T09:54:10.250" v="663" actId="1036"/>
          <ac:cxnSpMkLst>
            <pc:docMk/>
            <pc:sldMk cId="4151252785" sldId="308"/>
            <ac:cxnSpMk id="112" creationId="{DE2416E4-9F8C-452E-82C9-F7AB136BE33D}"/>
          </ac:cxnSpMkLst>
        </pc:cxnChg>
        <pc:cxnChg chg="add mod">
          <ac:chgData name="Isaac Suarez Alvarez" userId="3e4bb9f1-952d-4d13-9b2e-21f04a21d71c" providerId="ADAL" clId="{C54CDE41-71A8-41E1-8268-D54C549B7900}" dt="2021-03-07T09:54:10.250" v="663" actId="1036"/>
          <ac:cxnSpMkLst>
            <pc:docMk/>
            <pc:sldMk cId="4151252785" sldId="308"/>
            <ac:cxnSpMk id="113" creationId="{8DC8D452-E0AE-41C6-B9B1-F6A59C461806}"/>
          </ac:cxnSpMkLst>
        </pc:cxnChg>
        <pc:cxnChg chg="add mod">
          <ac:chgData name="Isaac Suarez Alvarez" userId="3e4bb9f1-952d-4d13-9b2e-21f04a21d71c" providerId="ADAL" clId="{C54CDE41-71A8-41E1-8268-D54C549B7900}" dt="2021-03-07T09:54:10.250" v="663" actId="1036"/>
          <ac:cxnSpMkLst>
            <pc:docMk/>
            <pc:sldMk cId="4151252785" sldId="308"/>
            <ac:cxnSpMk id="122" creationId="{940DEC80-0AAE-4834-A4E2-5C20F39FF011}"/>
          </ac:cxnSpMkLst>
        </pc:cxnChg>
        <pc:cxnChg chg="add mod">
          <ac:chgData name="Isaac Suarez Alvarez" userId="3e4bb9f1-952d-4d13-9b2e-21f04a21d71c" providerId="ADAL" clId="{C54CDE41-71A8-41E1-8268-D54C549B7900}" dt="2021-03-07T09:54:10.250" v="663" actId="1036"/>
          <ac:cxnSpMkLst>
            <pc:docMk/>
            <pc:sldMk cId="4151252785" sldId="308"/>
            <ac:cxnSpMk id="123" creationId="{B1F6CE86-44E2-4F32-BB63-68A4799F6FD8}"/>
          </ac:cxnSpMkLst>
        </pc:cxnChg>
        <pc:cxnChg chg="add mod">
          <ac:chgData name="Isaac Suarez Alvarez" userId="3e4bb9f1-952d-4d13-9b2e-21f04a21d71c" providerId="ADAL" clId="{C54CDE41-71A8-41E1-8268-D54C549B7900}" dt="2021-03-07T09:54:10.250" v="663" actId="1036"/>
          <ac:cxnSpMkLst>
            <pc:docMk/>
            <pc:sldMk cId="4151252785" sldId="308"/>
            <ac:cxnSpMk id="124" creationId="{F37E15B9-216D-4990-9FEB-D9652F260931}"/>
          </ac:cxnSpMkLst>
        </pc:cxnChg>
        <pc:cxnChg chg="add mod">
          <ac:chgData name="Isaac Suarez Alvarez" userId="3e4bb9f1-952d-4d13-9b2e-21f04a21d71c" providerId="ADAL" clId="{C54CDE41-71A8-41E1-8268-D54C549B7900}" dt="2021-03-07T09:54:10.250" v="663" actId="1036"/>
          <ac:cxnSpMkLst>
            <pc:docMk/>
            <pc:sldMk cId="4151252785" sldId="308"/>
            <ac:cxnSpMk id="125" creationId="{C8E5CF06-D81A-4242-A7F6-8B93C7F36DE6}"/>
          </ac:cxnSpMkLst>
        </pc:cxnChg>
        <pc:cxnChg chg="add mod">
          <ac:chgData name="Isaac Suarez Alvarez" userId="3e4bb9f1-952d-4d13-9b2e-21f04a21d71c" providerId="ADAL" clId="{C54CDE41-71A8-41E1-8268-D54C549B7900}" dt="2021-03-07T09:54:10.250" v="663" actId="1036"/>
          <ac:cxnSpMkLst>
            <pc:docMk/>
            <pc:sldMk cId="4151252785" sldId="308"/>
            <ac:cxnSpMk id="126" creationId="{10B4BAF6-7252-4A51-BAED-E98DADCBFC9E}"/>
          </ac:cxnSpMkLst>
        </pc:cxnChg>
        <pc:cxnChg chg="add mod">
          <ac:chgData name="Isaac Suarez Alvarez" userId="3e4bb9f1-952d-4d13-9b2e-21f04a21d71c" providerId="ADAL" clId="{C54CDE41-71A8-41E1-8268-D54C549B7900}" dt="2021-03-07T09:54:10.250" v="663" actId="1036"/>
          <ac:cxnSpMkLst>
            <pc:docMk/>
            <pc:sldMk cId="4151252785" sldId="308"/>
            <ac:cxnSpMk id="128" creationId="{C2B80029-2F96-46AA-889E-414A8ED45981}"/>
          </ac:cxnSpMkLst>
        </pc:cxnChg>
        <pc:cxnChg chg="add mod">
          <ac:chgData name="Isaac Suarez Alvarez" userId="3e4bb9f1-952d-4d13-9b2e-21f04a21d71c" providerId="ADAL" clId="{C54CDE41-71A8-41E1-8268-D54C549B7900}" dt="2021-03-07T09:54:10.250" v="663" actId="1036"/>
          <ac:cxnSpMkLst>
            <pc:docMk/>
            <pc:sldMk cId="4151252785" sldId="308"/>
            <ac:cxnSpMk id="130" creationId="{CF1713D8-7871-4ECA-8C33-9200A4D3D286}"/>
          </ac:cxnSpMkLst>
        </pc:cxnChg>
        <pc:cxnChg chg="add mod">
          <ac:chgData name="Isaac Suarez Alvarez" userId="3e4bb9f1-952d-4d13-9b2e-21f04a21d71c" providerId="ADAL" clId="{C54CDE41-71A8-41E1-8268-D54C549B7900}" dt="2021-03-07T09:54:10.250" v="663" actId="1036"/>
          <ac:cxnSpMkLst>
            <pc:docMk/>
            <pc:sldMk cId="4151252785" sldId="308"/>
            <ac:cxnSpMk id="132" creationId="{D18237F9-53C7-40B3-87BE-F350C81FAE41}"/>
          </ac:cxnSpMkLst>
        </pc:cxnChg>
        <pc:cxnChg chg="add mod">
          <ac:chgData name="Isaac Suarez Alvarez" userId="3e4bb9f1-952d-4d13-9b2e-21f04a21d71c" providerId="ADAL" clId="{C54CDE41-71A8-41E1-8268-D54C549B7900}" dt="2021-03-07T09:54:10.250" v="663" actId="1036"/>
          <ac:cxnSpMkLst>
            <pc:docMk/>
            <pc:sldMk cId="4151252785" sldId="308"/>
            <ac:cxnSpMk id="137" creationId="{B5915ADC-EDFD-4336-9BF8-ECBEF0B721EA}"/>
          </ac:cxnSpMkLst>
        </pc:cxnChg>
        <pc:cxnChg chg="add mod">
          <ac:chgData name="Isaac Suarez Alvarez" userId="3e4bb9f1-952d-4d13-9b2e-21f04a21d71c" providerId="ADAL" clId="{C54CDE41-71A8-41E1-8268-D54C549B7900}" dt="2021-03-07T09:54:10.250" v="663" actId="1036"/>
          <ac:cxnSpMkLst>
            <pc:docMk/>
            <pc:sldMk cId="4151252785" sldId="308"/>
            <ac:cxnSpMk id="140" creationId="{6FE285BC-0D69-4C6F-9D79-FFFD85D1806E}"/>
          </ac:cxnSpMkLst>
        </pc:cxnChg>
        <pc:cxnChg chg="add mod topLvl">
          <ac:chgData name="Isaac Suarez Alvarez" userId="3e4bb9f1-952d-4d13-9b2e-21f04a21d71c" providerId="ADAL" clId="{C54CDE41-71A8-41E1-8268-D54C549B7900}" dt="2021-03-07T09:54:10.250" v="663" actId="1036"/>
          <ac:cxnSpMkLst>
            <pc:docMk/>
            <pc:sldMk cId="4151252785" sldId="308"/>
            <ac:cxnSpMk id="147" creationId="{6B2ED2DD-CEA4-46CD-9DEA-1663740B7910}"/>
          </ac:cxnSpMkLst>
        </pc:cxnChg>
        <pc:cxnChg chg="add mod topLvl">
          <ac:chgData name="Isaac Suarez Alvarez" userId="3e4bb9f1-952d-4d13-9b2e-21f04a21d71c" providerId="ADAL" clId="{C54CDE41-71A8-41E1-8268-D54C549B7900}" dt="2021-03-07T09:54:10.250" v="663" actId="1036"/>
          <ac:cxnSpMkLst>
            <pc:docMk/>
            <pc:sldMk cId="4151252785" sldId="308"/>
            <ac:cxnSpMk id="148" creationId="{84C76C95-E84F-46C0-87BB-8FBF11A1CC20}"/>
          </ac:cxnSpMkLst>
        </pc:cxnChg>
        <pc:cxnChg chg="add mod topLvl">
          <ac:chgData name="Isaac Suarez Alvarez" userId="3e4bb9f1-952d-4d13-9b2e-21f04a21d71c" providerId="ADAL" clId="{C54CDE41-71A8-41E1-8268-D54C549B7900}" dt="2021-03-07T09:54:10.250" v="663" actId="1036"/>
          <ac:cxnSpMkLst>
            <pc:docMk/>
            <pc:sldMk cId="4151252785" sldId="308"/>
            <ac:cxnSpMk id="149" creationId="{49AAD6EA-7A77-41F0-839D-B39E17F34458}"/>
          </ac:cxnSpMkLst>
        </pc:cxnChg>
        <pc:cxnChg chg="add mod topLvl">
          <ac:chgData name="Isaac Suarez Alvarez" userId="3e4bb9f1-952d-4d13-9b2e-21f04a21d71c" providerId="ADAL" clId="{C54CDE41-71A8-41E1-8268-D54C549B7900}" dt="2021-03-07T09:54:10.250" v="663" actId="1036"/>
          <ac:cxnSpMkLst>
            <pc:docMk/>
            <pc:sldMk cId="4151252785" sldId="308"/>
            <ac:cxnSpMk id="150" creationId="{A241FF75-7F1A-40B9-91C9-017F1A5E5D0C}"/>
          </ac:cxnSpMkLst>
        </pc:cxnChg>
        <pc:cxnChg chg="add mod topLvl">
          <ac:chgData name="Isaac Suarez Alvarez" userId="3e4bb9f1-952d-4d13-9b2e-21f04a21d71c" providerId="ADAL" clId="{C54CDE41-71A8-41E1-8268-D54C549B7900}" dt="2021-03-07T09:54:10.250" v="663" actId="1036"/>
          <ac:cxnSpMkLst>
            <pc:docMk/>
            <pc:sldMk cId="4151252785" sldId="308"/>
            <ac:cxnSpMk id="151" creationId="{73597056-0FA3-4DE0-803E-AA25F278A63B}"/>
          </ac:cxnSpMkLst>
        </pc:cxnChg>
        <pc:cxnChg chg="add mod">
          <ac:chgData name="Isaac Suarez Alvarez" userId="3e4bb9f1-952d-4d13-9b2e-21f04a21d71c" providerId="ADAL" clId="{C54CDE41-71A8-41E1-8268-D54C549B7900}" dt="2021-03-07T09:54:10.250" v="663" actId="1036"/>
          <ac:cxnSpMkLst>
            <pc:docMk/>
            <pc:sldMk cId="4151252785" sldId="308"/>
            <ac:cxnSpMk id="168" creationId="{A38568D1-0D9D-4DBB-B7F9-17EA531749A4}"/>
          </ac:cxnSpMkLst>
        </pc:cxnChg>
        <pc:cxnChg chg="add mod">
          <ac:chgData name="Isaac Suarez Alvarez" userId="3e4bb9f1-952d-4d13-9b2e-21f04a21d71c" providerId="ADAL" clId="{C54CDE41-71A8-41E1-8268-D54C549B7900}" dt="2021-03-07T09:54:10.250" v="663" actId="1036"/>
          <ac:cxnSpMkLst>
            <pc:docMk/>
            <pc:sldMk cId="4151252785" sldId="308"/>
            <ac:cxnSpMk id="169" creationId="{92CF5BF6-6CD0-4851-A093-F957D0D6608C}"/>
          </ac:cxnSpMkLst>
        </pc:cxnChg>
        <pc:cxnChg chg="add mod">
          <ac:chgData name="Isaac Suarez Alvarez" userId="3e4bb9f1-952d-4d13-9b2e-21f04a21d71c" providerId="ADAL" clId="{C54CDE41-71A8-41E1-8268-D54C549B7900}" dt="2021-03-07T09:54:10.250" v="663" actId="1036"/>
          <ac:cxnSpMkLst>
            <pc:docMk/>
            <pc:sldMk cId="4151252785" sldId="308"/>
            <ac:cxnSpMk id="170" creationId="{2C704D61-2181-4E2F-9B2A-ABA7005CF77A}"/>
          </ac:cxnSpMkLst>
        </pc:cxnChg>
        <pc:cxnChg chg="add mod">
          <ac:chgData name="Isaac Suarez Alvarez" userId="3e4bb9f1-952d-4d13-9b2e-21f04a21d71c" providerId="ADAL" clId="{C54CDE41-71A8-41E1-8268-D54C549B7900}" dt="2021-03-07T09:54:10.250" v="663" actId="1036"/>
          <ac:cxnSpMkLst>
            <pc:docMk/>
            <pc:sldMk cId="4151252785" sldId="308"/>
            <ac:cxnSpMk id="171" creationId="{94A28BA8-302C-4120-8501-80145875BF73}"/>
          </ac:cxnSpMkLst>
        </pc:cxnChg>
        <pc:cxnChg chg="add mod">
          <ac:chgData name="Isaac Suarez Alvarez" userId="3e4bb9f1-952d-4d13-9b2e-21f04a21d71c" providerId="ADAL" clId="{C54CDE41-71A8-41E1-8268-D54C549B7900}" dt="2021-03-07T09:54:10.250" v="663" actId="1036"/>
          <ac:cxnSpMkLst>
            <pc:docMk/>
            <pc:sldMk cId="4151252785" sldId="308"/>
            <ac:cxnSpMk id="172" creationId="{E79EAF0D-55F0-4E40-A815-7974598DA78C}"/>
          </ac:cxnSpMkLst>
        </pc:cxnChg>
        <pc:cxnChg chg="add mod">
          <ac:chgData name="Isaac Suarez Alvarez" userId="3e4bb9f1-952d-4d13-9b2e-21f04a21d71c" providerId="ADAL" clId="{C54CDE41-71A8-41E1-8268-D54C549B7900}" dt="2021-03-07T09:54:10.250" v="663" actId="1036"/>
          <ac:cxnSpMkLst>
            <pc:docMk/>
            <pc:sldMk cId="4151252785" sldId="308"/>
            <ac:cxnSpMk id="181" creationId="{07A5E071-1102-41D0-AA63-4996C6D795C4}"/>
          </ac:cxnSpMkLst>
        </pc:cxnChg>
        <pc:cxnChg chg="add mod">
          <ac:chgData name="Isaac Suarez Alvarez" userId="3e4bb9f1-952d-4d13-9b2e-21f04a21d71c" providerId="ADAL" clId="{C54CDE41-71A8-41E1-8268-D54C549B7900}" dt="2021-03-07T09:54:10.250" v="663" actId="1036"/>
          <ac:cxnSpMkLst>
            <pc:docMk/>
            <pc:sldMk cId="4151252785" sldId="308"/>
            <ac:cxnSpMk id="182" creationId="{90C9FCDE-18EB-4B02-ADA2-0E207D55E9FC}"/>
          </ac:cxnSpMkLst>
        </pc:cxnChg>
        <pc:cxnChg chg="add mod">
          <ac:chgData name="Isaac Suarez Alvarez" userId="3e4bb9f1-952d-4d13-9b2e-21f04a21d71c" providerId="ADAL" clId="{C54CDE41-71A8-41E1-8268-D54C549B7900}" dt="2021-03-07T09:54:10.250" v="663" actId="1036"/>
          <ac:cxnSpMkLst>
            <pc:docMk/>
            <pc:sldMk cId="4151252785" sldId="308"/>
            <ac:cxnSpMk id="183" creationId="{E626C60C-9189-4028-8BC7-A3C820E1EE07}"/>
          </ac:cxnSpMkLst>
        </pc:cxnChg>
        <pc:cxnChg chg="add mod">
          <ac:chgData name="Isaac Suarez Alvarez" userId="3e4bb9f1-952d-4d13-9b2e-21f04a21d71c" providerId="ADAL" clId="{C54CDE41-71A8-41E1-8268-D54C549B7900}" dt="2021-03-07T09:54:10.250" v="663" actId="1036"/>
          <ac:cxnSpMkLst>
            <pc:docMk/>
            <pc:sldMk cId="4151252785" sldId="308"/>
            <ac:cxnSpMk id="184" creationId="{5A225088-9B12-428E-B8CC-F0B9C8A6C099}"/>
          </ac:cxnSpMkLst>
        </pc:cxnChg>
        <pc:cxnChg chg="add mod">
          <ac:chgData name="Isaac Suarez Alvarez" userId="3e4bb9f1-952d-4d13-9b2e-21f04a21d71c" providerId="ADAL" clId="{C54CDE41-71A8-41E1-8268-D54C549B7900}" dt="2021-03-07T09:54:10.250" v="663" actId="1036"/>
          <ac:cxnSpMkLst>
            <pc:docMk/>
            <pc:sldMk cId="4151252785" sldId="308"/>
            <ac:cxnSpMk id="185" creationId="{B18775CE-6794-49E5-BFF1-4AD2C4D226F8}"/>
          </ac:cxnSpMkLst>
        </pc:cxnChg>
        <pc:cxnChg chg="add mod">
          <ac:chgData name="Isaac Suarez Alvarez" userId="3e4bb9f1-952d-4d13-9b2e-21f04a21d71c" providerId="ADAL" clId="{C54CDE41-71A8-41E1-8268-D54C549B7900}" dt="2021-03-07T09:54:10.250" v="663" actId="1036"/>
          <ac:cxnSpMkLst>
            <pc:docMk/>
            <pc:sldMk cId="4151252785" sldId="308"/>
            <ac:cxnSpMk id="194" creationId="{373B4F24-3CAF-4E6B-8EA4-6AD9C8223319}"/>
          </ac:cxnSpMkLst>
        </pc:cxnChg>
        <pc:cxnChg chg="add mod">
          <ac:chgData name="Isaac Suarez Alvarez" userId="3e4bb9f1-952d-4d13-9b2e-21f04a21d71c" providerId="ADAL" clId="{C54CDE41-71A8-41E1-8268-D54C549B7900}" dt="2021-03-07T09:54:10.250" v="663" actId="1036"/>
          <ac:cxnSpMkLst>
            <pc:docMk/>
            <pc:sldMk cId="4151252785" sldId="308"/>
            <ac:cxnSpMk id="195" creationId="{CE8C1DCE-F460-43EF-B997-82E233FD6A5A}"/>
          </ac:cxnSpMkLst>
        </pc:cxnChg>
        <pc:cxnChg chg="add mod">
          <ac:chgData name="Isaac Suarez Alvarez" userId="3e4bb9f1-952d-4d13-9b2e-21f04a21d71c" providerId="ADAL" clId="{C54CDE41-71A8-41E1-8268-D54C549B7900}" dt="2021-03-07T09:54:10.250" v="663" actId="1036"/>
          <ac:cxnSpMkLst>
            <pc:docMk/>
            <pc:sldMk cId="4151252785" sldId="308"/>
            <ac:cxnSpMk id="196" creationId="{C5BEB92D-F5E0-4A84-8941-52D5BA89D12F}"/>
          </ac:cxnSpMkLst>
        </pc:cxnChg>
        <pc:cxnChg chg="add mod">
          <ac:chgData name="Isaac Suarez Alvarez" userId="3e4bb9f1-952d-4d13-9b2e-21f04a21d71c" providerId="ADAL" clId="{C54CDE41-71A8-41E1-8268-D54C549B7900}" dt="2021-03-07T09:54:10.250" v="663" actId="1036"/>
          <ac:cxnSpMkLst>
            <pc:docMk/>
            <pc:sldMk cId="4151252785" sldId="308"/>
            <ac:cxnSpMk id="197" creationId="{27958DA3-99B8-4898-8186-5F1DA5D09B8D}"/>
          </ac:cxnSpMkLst>
        </pc:cxnChg>
        <pc:cxnChg chg="add mod">
          <ac:chgData name="Isaac Suarez Alvarez" userId="3e4bb9f1-952d-4d13-9b2e-21f04a21d71c" providerId="ADAL" clId="{C54CDE41-71A8-41E1-8268-D54C549B7900}" dt="2021-03-07T09:54:10.250" v="663" actId="1036"/>
          <ac:cxnSpMkLst>
            <pc:docMk/>
            <pc:sldMk cId="4151252785" sldId="308"/>
            <ac:cxnSpMk id="198" creationId="{C691D13F-8367-4D93-B05C-17FC3F5D5F35}"/>
          </ac:cxnSpMkLst>
        </pc:cxnChg>
        <pc:cxnChg chg="add mod">
          <ac:chgData name="Isaac Suarez Alvarez" userId="3e4bb9f1-952d-4d13-9b2e-21f04a21d71c" providerId="ADAL" clId="{C54CDE41-71A8-41E1-8268-D54C549B7900}" dt="2021-03-07T09:54:10.250" v="663" actId="1036"/>
          <ac:cxnSpMkLst>
            <pc:docMk/>
            <pc:sldMk cId="4151252785" sldId="308"/>
            <ac:cxnSpMk id="202" creationId="{6DDEAD03-1DA1-45C3-914C-B9B0EFDB2E0D}"/>
          </ac:cxnSpMkLst>
        </pc:cxnChg>
        <pc:cxnChg chg="add mod">
          <ac:chgData name="Isaac Suarez Alvarez" userId="3e4bb9f1-952d-4d13-9b2e-21f04a21d71c" providerId="ADAL" clId="{C54CDE41-71A8-41E1-8268-D54C549B7900}" dt="2021-03-07T09:54:10.250" v="663" actId="1036"/>
          <ac:cxnSpMkLst>
            <pc:docMk/>
            <pc:sldMk cId="4151252785" sldId="308"/>
            <ac:cxnSpMk id="204" creationId="{46799FCA-2D72-46A7-8A5C-F222CEA5C124}"/>
          </ac:cxnSpMkLst>
        </pc:cxnChg>
        <pc:cxnChg chg="add mod">
          <ac:chgData name="Isaac Suarez Alvarez" userId="3e4bb9f1-952d-4d13-9b2e-21f04a21d71c" providerId="ADAL" clId="{C54CDE41-71A8-41E1-8268-D54C549B7900}" dt="2021-03-07T09:54:10.250" v="663" actId="1036"/>
          <ac:cxnSpMkLst>
            <pc:docMk/>
            <pc:sldMk cId="4151252785" sldId="308"/>
            <ac:cxnSpMk id="205" creationId="{8D8F3502-66F2-45CE-9D5F-65A4B5E468AA}"/>
          </ac:cxnSpMkLst>
        </pc:cxnChg>
      </pc:sldChg>
      <pc:sldChg chg="new del">
        <pc:chgData name="Isaac Suarez Alvarez" userId="3e4bb9f1-952d-4d13-9b2e-21f04a21d71c" providerId="ADAL" clId="{C54CDE41-71A8-41E1-8268-D54C549B7900}" dt="2021-03-07T09:20:59.178" v="28" actId="680"/>
        <pc:sldMkLst>
          <pc:docMk/>
          <pc:sldMk cId="2449068322" sldId="309"/>
        </pc:sldMkLst>
      </pc:sldChg>
      <pc:sldChg chg="addSp delSp modSp add mod ord">
        <pc:chgData name="Isaac Suarez Alvarez" userId="3e4bb9f1-952d-4d13-9b2e-21f04a21d71c" providerId="ADAL" clId="{C54CDE41-71A8-41E1-8268-D54C549B7900}" dt="2021-03-07T09:24:36.136" v="155" actId="1076"/>
        <pc:sldMkLst>
          <pc:docMk/>
          <pc:sldMk cId="3862179332" sldId="309"/>
        </pc:sldMkLst>
        <pc:spChg chg="del">
          <ac:chgData name="Isaac Suarez Alvarez" userId="3e4bb9f1-952d-4d13-9b2e-21f04a21d71c" providerId="ADAL" clId="{C54CDE41-71A8-41E1-8268-D54C549B7900}" dt="2021-03-07T09:22:33.392" v="133" actId="478"/>
          <ac:spMkLst>
            <pc:docMk/>
            <pc:sldMk cId="3862179332" sldId="309"/>
            <ac:spMk id="9" creationId="{00000000-0000-0000-0000-000000000000}"/>
          </ac:spMkLst>
        </pc:spChg>
        <pc:spChg chg="add mod">
          <ac:chgData name="Isaac Suarez Alvarez" userId="3e4bb9f1-952d-4d13-9b2e-21f04a21d71c" providerId="ADAL" clId="{C54CDE41-71A8-41E1-8268-D54C549B7900}" dt="2021-03-07T09:24:31.656" v="153" actId="14100"/>
          <ac:spMkLst>
            <pc:docMk/>
            <pc:sldMk cId="3862179332" sldId="309"/>
            <ac:spMk id="20" creationId="{66E4C951-5EE2-4653-BEC9-D4246D6F5263}"/>
          </ac:spMkLst>
        </pc:spChg>
        <pc:spChg chg="add mod">
          <ac:chgData name="Isaac Suarez Alvarez" userId="3e4bb9f1-952d-4d13-9b2e-21f04a21d71c" providerId="ADAL" clId="{C54CDE41-71A8-41E1-8268-D54C549B7900}" dt="2021-03-07T09:24:36.136" v="155" actId="1076"/>
          <ac:spMkLst>
            <pc:docMk/>
            <pc:sldMk cId="3862179332" sldId="309"/>
            <ac:spMk id="21" creationId="{0C347211-9F31-4DA3-A1A2-45548F973442}"/>
          </ac:spMkLst>
        </pc:spChg>
        <pc:spChg chg="del">
          <ac:chgData name="Isaac Suarez Alvarez" userId="3e4bb9f1-952d-4d13-9b2e-21f04a21d71c" providerId="ADAL" clId="{C54CDE41-71A8-41E1-8268-D54C549B7900}" dt="2021-03-07T09:22:33.392" v="133" actId="478"/>
          <ac:spMkLst>
            <pc:docMk/>
            <pc:sldMk cId="3862179332" sldId="309"/>
            <ac:spMk id="41" creationId="{00000000-0000-0000-0000-000000000000}"/>
          </ac:spMkLst>
        </pc:spChg>
        <pc:spChg chg="del">
          <ac:chgData name="Isaac Suarez Alvarez" userId="3e4bb9f1-952d-4d13-9b2e-21f04a21d71c" providerId="ADAL" clId="{C54CDE41-71A8-41E1-8268-D54C549B7900}" dt="2021-03-07T09:22:33.392" v="133" actId="478"/>
          <ac:spMkLst>
            <pc:docMk/>
            <pc:sldMk cId="3862179332" sldId="309"/>
            <ac:spMk id="42" creationId="{00000000-0000-0000-0000-000000000000}"/>
          </ac:spMkLst>
        </pc:spChg>
        <pc:spChg chg="del">
          <ac:chgData name="Isaac Suarez Alvarez" userId="3e4bb9f1-952d-4d13-9b2e-21f04a21d71c" providerId="ADAL" clId="{C54CDE41-71A8-41E1-8268-D54C549B7900}" dt="2021-03-07T09:22:33.392" v="133" actId="478"/>
          <ac:spMkLst>
            <pc:docMk/>
            <pc:sldMk cId="3862179332" sldId="309"/>
            <ac:spMk id="43" creationId="{00000000-0000-0000-0000-000000000000}"/>
          </ac:spMkLst>
        </pc:spChg>
        <pc:spChg chg="mod">
          <ac:chgData name="Isaac Suarez Alvarez" userId="3e4bb9f1-952d-4d13-9b2e-21f04a21d71c" providerId="ADAL" clId="{C54CDE41-71A8-41E1-8268-D54C549B7900}" dt="2021-03-07T09:23:41.889" v="147" actId="1076"/>
          <ac:spMkLst>
            <pc:docMk/>
            <pc:sldMk cId="3862179332" sldId="309"/>
            <ac:spMk id="44" creationId="{00000000-0000-0000-0000-000000000000}"/>
          </ac:spMkLst>
        </pc:spChg>
        <pc:spChg chg="mod">
          <ac:chgData name="Isaac Suarez Alvarez" userId="3e4bb9f1-952d-4d13-9b2e-21f04a21d71c" providerId="ADAL" clId="{C54CDE41-71A8-41E1-8268-D54C549B7900}" dt="2021-03-07T09:21:09.345" v="40" actId="20577"/>
          <ac:spMkLst>
            <pc:docMk/>
            <pc:sldMk cId="3862179332" sldId="309"/>
            <ac:spMk id="292" creationId="{00000000-0000-0000-0000-000000000000}"/>
          </ac:spMkLst>
        </pc:spChg>
        <pc:picChg chg="del">
          <ac:chgData name="Isaac Suarez Alvarez" userId="3e4bb9f1-952d-4d13-9b2e-21f04a21d71c" providerId="ADAL" clId="{C54CDE41-71A8-41E1-8268-D54C549B7900}" dt="2021-03-07T09:22:33.392" v="133" actId="478"/>
          <ac:picMkLst>
            <pc:docMk/>
            <pc:sldMk cId="3862179332" sldId="309"/>
            <ac:picMk id="5" creationId="{00000000-0000-0000-0000-000000000000}"/>
          </ac:picMkLst>
        </pc:picChg>
        <pc:picChg chg="add mod">
          <ac:chgData name="Isaac Suarez Alvarez" userId="3e4bb9f1-952d-4d13-9b2e-21f04a21d71c" providerId="ADAL" clId="{C54CDE41-71A8-41E1-8268-D54C549B7900}" dt="2021-03-07T09:23:40.088" v="146" actId="14100"/>
          <ac:picMkLst>
            <pc:docMk/>
            <pc:sldMk cId="3862179332" sldId="309"/>
            <ac:picMk id="6" creationId="{9AF123D0-CA52-4935-85E2-DAC64A496E49}"/>
          </ac:picMkLst>
        </pc:picChg>
        <pc:picChg chg="add mod">
          <ac:chgData name="Isaac Suarez Alvarez" userId="3e4bb9f1-952d-4d13-9b2e-21f04a21d71c" providerId="ADAL" clId="{C54CDE41-71A8-41E1-8268-D54C549B7900}" dt="2021-03-07T09:23:43.065" v="148" actId="1076"/>
          <ac:picMkLst>
            <pc:docMk/>
            <pc:sldMk cId="3862179332" sldId="309"/>
            <ac:picMk id="10" creationId="{CD1855E1-34B7-4402-8028-BF0F2EB5624B}"/>
          </ac:picMkLst>
        </pc:picChg>
        <pc:picChg chg="del">
          <ac:chgData name="Isaac Suarez Alvarez" userId="3e4bb9f1-952d-4d13-9b2e-21f04a21d71c" providerId="ADAL" clId="{C54CDE41-71A8-41E1-8268-D54C549B7900}" dt="2021-03-07T09:22:33.392" v="133" actId="478"/>
          <ac:picMkLst>
            <pc:docMk/>
            <pc:sldMk cId="3862179332" sldId="309"/>
            <ac:picMk id="2050" creationId="{00000000-0000-0000-0000-000000000000}"/>
          </ac:picMkLst>
        </pc:picChg>
        <pc:picChg chg="del">
          <ac:chgData name="Isaac Suarez Alvarez" userId="3e4bb9f1-952d-4d13-9b2e-21f04a21d71c" providerId="ADAL" clId="{C54CDE41-71A8-41E1-8268-D54C549B7900}" dt="2021-03-07T09:22:33.392" v="133" actId="478"/>
          <ac:picMkLst>
            <pc:docMk/>
            <pc:sldMk cId="3862179332" sldId="309"/>
            <ac:picMk id="2051" creationId="{00000000-0000-0000-0000-000000000000}"/>
          </ac:picMkLst>
        </pc:picChg>
        <pc:picChg chg="del">
          <ac:chgData name="Isaac Suarez Alvarez" userId="3e4bb9f1-952d-4d13-9b2e-21f04a21d71c" providerId="ADAL" clId="{C54CDE41-71A8-41E1-8268-D54C549B7900}" dt="2021-03-07T09:22:33.392" v="133" actId="478"/>
          <ac:picMkLst>
            <pc:docMk/>
            <pc:sldMk cId="3862179332" sldId="309"/>
            <ac:picMk id="2053" creationId="{00000000-0000-0000-0000-000000000000}"/>
          </ac:picMkLst>
        </pc:picChg>
      </pc:sldChg>
      <pc:sldChg chg="addSp delSp modSp add mod ord">
        <pc:chgData name="Isaac Suarez Alvarez" userId="3e4bb9f1-952d-4d13-9b2e-21f04a21d71c" providerId="ADAL" clId="{C54CDE41-71A8-41E1-8268-D54C549B7900}" dt="2021-03-07T10:04:56.817" v="1010"/>
        <pc:sldMkLst>
          <pc:docMk/>
          <pc:sldMk cId="1675145266" sldId="310"/>
        </pc:sldMkLst>
        <pc:spChg chg="mod">
          <ac:chgData name="Isaac Suarez Alvarez" userId="3e4bb9f1-952d-4d13-9b2e-21f04a21d71c" providerId="ADAL" clId="{C54CDE41-71A8-41E1-8268-D54C549B7900}" dt="2021-03-07T10:04:24.465" v="1003" actId="1076"/>
          <ac:spMkLst>
            <pc:docMk/>
            <pc:sldMk cId="1675145266" sldId="310"/>
            <ac:spMk id="2" creationId="{00000000-0000-0000-0000-000000000000}"/>
          </ac:spMkLst>
        </pc:spChg>
        <pc:spChg chg="del">
          <ac:chgData name="Isaac Suarez Alvarez" userId="3e4bb9f1-952d-4d13-9b2e-21f04a21d71c" providerId="ADAL" clId="{C54CDE41-71A8-41E1-8268-D54C549B7900}" dt="2021-03-07T10:00:38.762" v="804" actId="478"/>
          <ac:spMkLst>
            <pc:docMk/>
            <pc:sldMk cId="1675145266" sldId="310"/>
            <ac:spMk id="9" creationId="{00000000-0000-0000-0000-000000000000}"/>
          </ac:spMkLst>
        </pc:spChg>
        <pc:spChg chg="add mod">
          <ac:chgData name="Isaac Suarez Alvarez" userId="3e4bb9f1-952d-4d13-9b2e-21f04a21d71c" providerId="ADAL" clId="{C54CDE41-71A8-41E1-8268-D54C549B7900}" dt="2021-03-07T10:04:34.787" v="1006" actId="14100"/>
          <ac:spMkLst>
            <pc:docMk/>
            <pc:sldMk cId="1675145266" sldId="310"/>
            <ac:spMk id="20" creationId="{AC5A00BE-06E0-4E57-BFF8-B7ECD2EABCCE}"/>
          </ac:spMkLst>
        </pc:spChg>
        <pc:spChg chg="add mod">
          <ac:chgData name="Isaac Suarez Alvarez" userId="3e4bb9f1-952d-4d13-9b2e-21f04a21d71c" providerId="ADAL" clId="{C54CDE41-71A8-41E1-8268-D54C549B7900}" dt="2021-03-07T10:04:39.996" v="1008" actId="1076"/>
          <ac:spMkLst>
            <pc:docMk/>
            <pc:sldMk cId="1675145266" sldId="310"/>
            <ac:spMk id="21" creationId="{0B8F0142-0325-4B1E-94C3-AD5B28C2D3D1}"/>
          </ac:spMkLst>
        </pc:spChg>
        <pc:spChg chg="del">
          <ac:chgData name="Isaac Suarez Alvarez" userId="3e4bb9f1-952d-4d13-9b2e-21f04a21d71c" providerId="ADAL" clId="{C54CDE41-71A8-41E1-8268-D54C549B7900}" dt="2021-03-07T10:00:37.293" v="803" actId="478"/>
          <ac:spMkLst>
            <pc:docMk/>
            <pc:sldMk cId="1675145266" sldId="310"/>
            <ac:spMk id="41" creationId="{00000000-0000-0000-0000-000000000000}"/>
          </ac:spMkLst>
        </pc:spChg>
        <pc:spChg chg="del">
          <ac:chgData name="Isaac Suarez Alvarez" userId="3e4bb9f1-952d-4d13-9b2e-21f04a21d71c" providerId="ADAL" clId="{C54CDE41-71A8-41E1-8268-D54C549B7900}" dt="2021-03-07T10:00:36.238" v="802" actId="478"/>
          <ac:spMkLst>
            <pc:docMk/>
            <pc:sldMk cId="1675145266" sldId="310"/>
            <ac:spMk id="42" creationId="{00000000-0000-0000-0000-000000000000}"/>
          </ac:spMkLst>
        </pc:spChg>
        <pc:spChg chg="del">
          <ac:chgData name="Isaac Suarez Alvarez" userId="3e4bb9f1-952d-4d13-9b2e-21f04a21d71c" providerId="ADAL" clId="{C54CDE41-71A8-41E1-8268-D54C549B7900}" dt="2021-03-07T10:00:34.785" v="801" actId="478"/>
          <ac:spMkLst>
            <pc:docMk/>
            <pc:sldMk cId="1675145266" sldId="310"/>
            <ac:spMk id="43" creationId="{00000000-0000-0000-0000-000000000000}"/>
          </ac:spMkLst>
        </pc:spChg>
        <pc:spChg chg="mod">
          <ac:chgData name="Isaac Suarez Alvarez" userId="3e4bb9f1-952d-4d13-9b2e-21f04a21d71c" providerId="ADAL" clId="{C54CDE41-71A8-41E1-8268-D54C549B7900}" dt="2021-03-07T10:03:33.806" v="995" actId="20577"/>
          <ac:spMkLst>
            <pc:docMk/>
            <pc:sldMk cId="1675145266" sldId="310"/>
            <ac:spMk id="44" creationId="{00000000-0000-0000-0000-000000000000}"/>
          </ac:spMkLst>
        </pc:spChg>
        <pc:spChg chg="mod">
          <ac:chgData name="Isaac Suarez Alvarez" userId="3e4bb9f1-952d-4d13-9b2e-21f04a21d71c" providerId="ADAL" clId="{C54CDE41-71A8-41E1-8268-D54C549B7900}" dt="2021-03-07T10:00:29.135" v="796" actId="20577"/>
          <ac:spMkLst>
            <pc:docMk/>
            <pc:sldMk cId="1675145266" sldId="310"/>
            <ac:spMk id="292" creationId="{00000000-0000-0000-0000-000000000000}"/>
          </ac:spMkLst>
        </pc:spChg>
        <pc:picChg chg="del">
          <ac:chgData name="Isaac Suarez Alvarez" userId="3e4bb9f1-952d-4d13-9b2e-21f04a21d71c" providerId="ADAL" clId="{C54CDE41-71A8-41E1-8268-D54C549B7900}" dt="2021-03-07T10:00:32.384" v="799" actId="478"/>
          <ac:picMkLst>
            <pc:docMk/>
            <pc:sldMk cId="1675145266" sldId="310"/>
            <ac:picMk id="5" creationId="{00000000-0000-0000-0000-000000000000}"/>
          </ac:picMkLst>
        </pc:picChg>
        <pc:picChg chg="add mod">
          <ac:chgData name="Isaac Suarez Alvarez" userId="3e4bb9f1-952d-4d13-9b2e-21f04a21d71c" providerId="ADAL" clId="{C54CDE41-71A8-41E1-8268-D54C549B7900}" dt="2021-03-07T10:00:41.388" v="806" actId="1076"/>
          <ac:picMkLst>
            <pc:docMk/>
            <pc:sldMk cId="1675145266" sldId="310"/>
            <ac:picMk id="6" creationId="{F0493C69-8480-41B6-9D85-D4A0D60C86E6}"/>
          </ac:picMkLst>
        </pc:picChg>
        <pc:picChg chg="add mod">
          <ac:chgData name="Isaac Suarez Alvarez" userId="3e4bb9f1-952d-4d13-9b2e-21f04a21d71c" providerId="ADAL" clId="{C54CDE41-71A8-41E1-8268-D54C549B7900}" dt="2021-03-07T10:04:15.740" v="1000" actId="1076"/>
          <ac:picMkLst>
            <pc:docMk/>
            <pc:sldMk cId="1675145266" sldId="310"/>
            <ac:picMk id="10" creationId="{46A67AFE-AA1E-4821-A6DE-6BDF96DE3E8F}"/>
          </ac:picMkLst>
        </pc:picChg>
        <pc:picChg chg="del">
          <ac:chgData name="Isaac Suarez Alvarez" userId="3e4bb9f1-952d-4d13-9b2e-21f04a21d71c" providerId="ADAL" clId="{C54CDE41-71A8-41E1-8268-D54C549B7900}" dt="2021-03-07T10:00:31.346" v="797" actId="478"/>
          <ac:picMkLst>
            <pc:docMk/>
            <pc:sldMk cId="1675145266" sldId="310"/>
            <ac:picMk id="2050" creationId="{00000000-0000-0000-0000-000000000000}"/>
          </ac:picMkLst>
        </pc:picChg>
        <pc:picChg chg="del">
          <ac:chgData name="Isaac Suarez Alvarez" userId="3e4bb9f1-952d-4d13-9b2e-21f04a21d71c" providerId="ADAL" clId="{C54CDE41-71A8-41E1-8268-D54C549B7900}" dt="2021-03-07T10:00:31.887" v="798" actId="478"/>
          <ac:picMkLst>
            <pc:docMk/>
            <pc:sldMk cId="1675145266" sldId="310"/>
            <ac:picMk id="2051" creationId="{00000000-0000-0000-0000-000000000000}"/>
          </ac:picMkLst>
        </pc:picChg>
        <pc:picChg chg="del">
          <ac:chgData name="Isaac Suarez Alvarez" userId="3e4bb9f1-952d-4d13-9b2e-21f04a21d71c" providerId="ADAL" clId="{C54CDE41-71A8-41E1-8268-D54C549B7900}" dt="2021-03-07T10:00:32.944" v="800" actId="478"/>
          <ac:picMkLst>
            <pc:docMk/>
            <pc:sldMk cId="1675145266" sldId="310"/>
            <ac:picMk id="2053" creationId="{00000000-0000-0000-0000-000000000000}"/>
          </ac:picMkLst>
        </pc:picChg>
      </pc:sldChg>
      <pc:sldChg chg="addSp delSp modSp add mod">
        <pc:chgData name="Isaac Suarez Alvarez" userId="3e4bb9f1-952d-4d13-9b2e-21f04a21d71c" providerId="ADAL" clId="{C54CDE41-71A8-41E1-8268-D54C549B7900}" dt="2021-03-11T10:51:26.146" v="1112"/>
        <pc:sldMkLst>
          <pc:docMk/>
          <pc:sldMk cId="280227720" sldId="311"/>
        </pc:sldMkLst>
        <pc:spChg chg="del">
          <ac:chgData name="Isaac Suarez Alvarez" userId="3e4bb9f1-952d-4d13-9b2e-21f04a21d71c" providerId="ADAL" clId="{C54CDE41-71A8-41E1-8268-D54C549B7900}" dt="2021-03-09T09:22:10.313" v="1062" actId="478"/>
          <ac:spMkLst>
            <pc:docMk/>
            <pc:sldMk cId="280227720" sldId="311"/>
            <ac:spMk id="4" creationId="{00000000-0000-0000-0000-000000000000}"/>
          </ac:spMkLst>
        </pc:spChg>
        <pc:spChg chg="del">
          <ac:chgData name="Isaac Suarez Alvarez" userId="3e4bb9f1-952d-4d13-9b2e-21f04a21d71c" providerId="ADAL" clId="{C54CDE41-71A8-41E1-8268-D54C549B7900}" dt="2021-03-09T09:22:10.313" v="1062" actId="478"/>
          <ac:spMkLst>
            <pc:docMk/>
            <pc:sldMk cId="280227720" sldId="311"/>
            <ac:spMk id="5" creationId="{00000000-0000-0000-0000-000000000000}"/>
          </ac:spMkLst>
        </pc:spChg>
        <pc:spChg chg="del">
          <ac:chgData name="Isaac Suarez Alvarez" userId="3e4bb9f1-952d-4d13-9b2e-21f04a21d71c" providerId="ADAL" clId="{C54CDE41-71A8-41E1-8268-D54C549B7900}" dt="2021-03-09T09:22:10.313" v="1062" actId="478"/>
          <ac:spMkLst>
            <pc:docMk/>
            <pc:sldMk cId="280227720" sldId="311"/>
            <ac:spMk id="6" creationId="{00000000-0000-0000-0000-000000000000}"/>
          </ac:spMkLst>
        </pc:spChg>
        <pc:spChg chg="add mod">
          <ac:chgData name="Isaac Suarez Alvarez" userId="3e4bb9f1-952d-4d13-9b2e-21f04a21d71c" providerId="ADAL" clId="{C54CDE41-71A8-41E1-8268-D54C549B7900}" dt="2021-03-09T09:22:40.511" v="1096" actId="20577"/>
          <ac:spMkLst>
            <pc:docMk/>
            <pc:sldMk cId="280227720" sldId="311"/>
            <ac:spMk id="12" creationId="{78E5FCCF-2945-47E9-AF10-C4D550FF0F5E}"/>
          </ac:spMkLst>
        </pc:spChg>
        <pc:grpChg chg="del mod">
          <ac:chgData name="Isaac Suarez Alvarez" userId="3e4bb9f1-952d-4d13-9b2e-21f04a21d71c" providerId="ADAL" clId="{C54CDE41-71A8-41E1-8268-D54C549B7900}" dt="2021-03-11T10:51:14.328" v="1106"/>
          <ac:grpSpMkLst>
            <pc:docMk/>
            <pc:sldMk cId="280227720" sldId="311"/>
            <ac:grpSpMk id="11" creationId="{4C34A389-3147-4C51-A9DD-FE8C25FAAB72}"/>
          </ac:grpSpMkLst>
        </pc:grpChg>
        <pc:grpChg chg="del mod">
          <ac:chgData name="Isaac Suarez Alvarez" userId="3e4bb9f1-952d-4d13-9b2e-21f04a21d71c" providerId="ADAL" clId="{C54CDE41-71A8-41E1-8268-D54C549B7900}" dt="2021-03-11T10:51:16.631" v="1108"/>
          <ac:grpSpMkLst>
            <pc:docMk/>
            <pc:sldMk cId="280227720" sldId="311"/>
            <ac:grpSpMk id="15" creationId="{CDCA88B8-18F1-4BA8-9419-9E37286292E1}"/>
          </ac:grpSpMkLst>
        </pc:grpChg>
        <pc:grpChg chg="del mod">
          <ac:chgData name="Isaac Suarez Alvarez" userId="3e4bb9f1-952d-4d13-9b2e-21f04a21d71c" providerId="ADAL" clId="{C54CDE41-71A8-41E1-8268-D54C549B7900}" dt="2021-03-11T10:51:26.146" v="1112"/>
          <ac:grpSpMkLst>
            <pc:docMk/>
            <pc:sldMk cId="280227720" sldId="311"/>
            <ac:grpSpMk id="17" creationId="{379EB489-3F8F-4181-BC5C-C8E995E7A58E}"/>
          </ac:grpSpMkLst>
        </pc:grpChg>
        <pc:grpChg chg="mod">
          <ac:chgData name="Isaac Suarez Alvarez" userId="3e4bb9f1-952d-4d13-9b2e-21f04a21d71c" providerId="ADAL" clId="{C54CDE41-71A8-41E1-8268-D54C549B7900}" dt="2021-03-11T10:51:26.146" v="1112"/>
          <ac:grpSpMkLst>
            <pc:docMk/>
            <pc:sldMk cId="280227720" sldId="311"/>
            <ac:grpSpMk id="20" creationId="{698FA58F-3440-48E9-B54E-E5B66B18C5EE}"/>
          </ac:grpSpMkLst>
        </pc:grpChg>
        <pc:picChg chg="add mod">
          <ac:chgData name="Isaac Suarez Alvarez" userId="3e4bb9f1-952d-4d13-9b2e-21f04a21d71c" providerId="ADAL" clId="{C54CDE41-71A8-41E1-8268-D54C549B7900}" dt="2021-03-09T09:22:17.499" v="1066" actId="1076"/>
          <ac:picMkLst>
            <pc:docMk/>
            <pc:sldMk cId="280227720" sldId="311"/>
            <ac:picMk id="9" creationId="{F90D808F-2646-4452-896D-73EF500A690C}"/>
          </ac:picMkLst>
        </pc:picChg>
        <pc:inkChg chg="add del">
          <ac:chgData name="Isaac Suarez Alvarez" userId="3e4bb9f1-952d-4d13-9b2e-21f04a21d71c" providerId="ADAL" clId="{C54CDE41-71A8-41E1-8268-D54C549B7900}" dt="2021-03-11T10:50:36.683" v="1098"/>
          <ac:inkMkLst>
            <pc:docMk/>
            <pc:sldMk cId="280227720" sldId="311"/>
            <ac:inkMk id="4" creationId="{1CFD6CDA-AE6C-4D58-9344-F0B5F156FF53}"/>
          </ac:inkMkLst>
        </pc:inkChg>
        <pc:inkChg chg="add">
          <ac:chgData name="Isaac Suarez Alvarez" userId="3e4bb9f1-952d-4d13-9b2e-21f04a21d71c" providerId="ADAL" clId="{C54CDE41-71A8-41E1-8268-D54C549B7900}" dt="2021-03-11T10:50:38.680" v="1099" actId="9405"/>
          <ac:inkMkLst>
            <pc:docMk/>
            <pc:sldMk cId="280227720" sldId="311"/>
            <ac:inkMk id="5" creationId="{BC436A27-CD4D-4F99-9C4E-985C7148AA9E}"/>
          </ac:inkMkLst>
        </pc:inkChg>
        <pc:inkChg chg="add">
          <ac:chgData name="Isaac Suarez Alvarez" userId="3e4bb9f1-952d-4d13-9b2e-21f04a21d71c" providerId="ADAL" clId="{C54CDE41-71A8-41E1-8268-D54C549B7900}" dt="2021-03-11T10:50:42.909" v="1100" actId="9405"/>
          <ac:inkMkLst>
            <pc:docMk/>
            <pc:sldMk cId="280227720" sldId="311"/>
            <ac:inkMk id="6" creationId="{EBED6FB8-5F10-4A25-851E-167C41AADCFE}"/>
          </ac:inkMkLst>
        </pc:inkChg>
        <pc:inkChg chg="add mod">
          <ac:chgData name="Isaac Suarez Alvarez" userId="3e4bb9f1-952d-4d13-9b2e-21f04a21d71c" providerId="ADAL" clId="{C54CDE41-71A8-41E1-8268-D54C549B7900}" dt="2021-03-11T10:51:26.146" v="1112"/>
          <ac:inkMkLst>
            <pc:docMk/>
            <pc:sldMk cId="280227720" sldId="311"/>
            <ac:inkMk id="8" creationId="{53482B1A-28A1-4902-89EB-D6FFF40CA644}"/>
          </ac:inkMkLst>
        </pc:inkChg>
        <pc:inkChg chg="add mod">
          <ac:chgData name="Isaac Suarez Alvarez" userId="3e4bb9f1-952d-4d13-9b2e-21f04a21d71c" providerId="ADAL" clId="{C54CDE41-71A8-41E1-8268-D54C549B7900}" dt="2021-03-11T10:51:26.146" v="1112"/>
          <ac:inkMkLst>
            <pc:docMk/>
            <pc:sldMk cId="280227720" sldId="311"/>
            <ac:inkMk id="10" creationId="{18BFD826-F49E-451A-8CFE-784C6DBAF037}"/>
          </ac:inkMkLst>
        </pc:inkChg>
        <pc:inkChg chg="add mod">
          <ac:chgData name="Isaac Suarez Alvarez" userId="3e4bb9f1-952d-4d13-9b2e-21f04a21d71c" providerId="ADAL" clId="{C54CDE41-71A8-41E1-8268-D54C549B7900}" dt="2021-03-11T10:51:26.146" v="1112"/>
          <ac:inkMkLst>
            <pc:docMk/>
            <pc:sldMk cId="280227720" sldId="311"/>
            <ac:inkMk id="13" creationId="{CD0099BE-B31B-4791-9133-DE1731F23164}"/>
          </ac:inkMkLst>
        </pc:inkChg>
        <pc:inkChg chg="add mod">
          <ac:chgData name="Isaac Suarez Alvarez" userId="3e4bb9f1-952d-4d13-9b2e-21f04a21d71c" providerId="ADAL" clId="{C54CDE41-71A8-41E1-8268-D54C549B7900}" dt="2021-03-11T10:51:26.146" v="1112"/>
          <ac:inkMkLst>
            <pc:docMk/>
            <pc:sldMk cId="280227720" sldId="311"/>
            <ac:inkMk id="14" creationId="{3E687F31-101B-4603-84A5-229BF38EC0A8}"/>
          </ac:inkMkLst>
        </pc:inkChg>
        <pc:inkChg chg="add del mod">
          <ac:chgData name="Isaac Suarez Alvarez" userId="3e4bb9f1-952d-4d13-9b2e-21f04a21d71c" providerId="ADAL" clId="{C54CDE41-71A8-41E1-8268-D54C549B7900}" dt="2021-03-11T10:51:23.277" v="1109"/>
          <ac:inkMkLst>
            <pc:docMk/>
            <pc:sldMk cId="280227720" sldId="311"/>
            <ac:inkMk id="16" creationId="{86340266-0D98-4D44-B1C3-8F37E70F2B6D}"/>
          </ac:inkMkLst>
        </pc:inkChg>
        <pc:inkChg chg="add mod">
          <ac:chgData name="Isaac Suarez Alvarez" userId="3e4bb9f1-952d-4d13-9b2e-21f04a21d71c" providerId="ADAL" clId="{C54CDE41-71A8-41E1-8268-D54C549B7900}" dt="2021-03-11T10:51:26.146" v="1112"/>
          <ac:inkMkLst>
            <pc:docMk/>
            <pc:sldMk cId="280227720" sldId="311"/>
            <ac:inkMk id="18" creationId="{652934CE-C096-40ED-8211-32327D84580C}"/>
          </ac:inkMkLst>
        </pc:inkChg>
        <pc:inkChg chg="add mod">
          <ac:chgData name="Isaac Suarez Alvarez" userId="3e4bb9f1-952d-4d13-9b2e-21f04a21d71c" providerId="ADAL" clId="{C54CDE41-71A8-41E1-8268-D54C549B7900}" dt="2021-03-11T10:51:26.146" v="1112"/>
          <ac:inkMkLst>
            <pc:docMk/>
            <pc:sldMk cId="280227720" sldId="311"/>
            <ac:inkMk id="19" creationId="{2962823C-71F0-46F9-84F5-8DCC93D589C2}"/>
          </ac:inkMkLst>
        </pc:inkChg>
      </pc:sldChg>
    </pc:docChg>
  </pc:docChgLst>
  <pc:docChgLst>
    <pc:chgData name="Alejandro Laguna Sanz" userId="92051962-273e-4f79-a025-120ab1605eec" providerId="ADAL" clId="{38B59673-1A92-4856-B771-B15D27F39C98}"/>
    <pc:docChg chg="undo custSel addSld modSld sldOrd">
      <pc:chgData name="Alejandro Laguna Sanz" userId="92051962-273e-4f79-a025-120ab1605eec" providerId="ADAL" clId="{38B59673-1A92-4856-B771-B15D27F39C98}" dt="2024-04-14T18:44:51.793" v="215" actId="1076"/>
      <pc:docMkLst>
        <pc:docMk/>
      </pc:docMkLst>
      <pc:sldChg chg="addSp modSp mod delCm modCm">
        <pc:chgData name="Alejandro Laguna Sanz" userId="92051962-273e-4f79-a025-120ab1605eec" providerId="ADAL" clId="{38B59673-1A92-4856-B771-B15D27F39C98}" dt="2024-04-14T18:38:39.359" v="22" actId="1076"/>
        <pc:sldMkLst>
          <pc:docMk/>
          <pc:sldMk cId="1019526263" sldId="286"/>
        </pc:sldMkLst>
        <pc:spChg chg="add mod">
          <ac:chgData name="Alejandro Laguna Sanz" userId="92051962-273e-4f79-a025-120ab1605eec" providerId="ADAL" clId="{38B59673-1A92-4856-B771-B15D27F39C98}" dt="2024-04-14T18:38:39.359" v="22" actId="1076"/>
          <ac:spMkLst>
            <pc:docMk/>
            <pc:sldMk cId="1019526263" sldId="286"/>
            <ac:spMk id="5" creationId="{926C6902-BB14-6801-84C8-E60F003CF6C5}"/>
          </ac:spMkLst>
        </pc:spChg>
        <pc:spChg chg="mod">
          <ac:chgData name="Alejandro Laguna Sanz" userId="92051962-273e-4f79-a025-120ab1605eec" providerId="ADAL" clId="{38B59673-1A92-4856-B771-B15D27F39C98}" dt="2024-04-14T18:05:09.037" v="3" actId="20577"/>
          <ac:spMkLst>
            <pc:docMk/>
            <pc:sldMk cId="1019526263" sldId="286"/>
            <ac:spMk id="40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 mod">
              <pc226:chgData name="Alejandro Laguna Sanz" userId="92051962-273e-4f79-a025-120ab1605eec" providerId="ADAL" clId="{38B59673-1A92-4856-B771-B15D27F39C98}" dt="2024-04-14T18:38:24.116" v="4"/>
              <pc2:cmMkLst xmlns:pc2="http://schemas.microsoft.com/office/powerpoint/2019/9/main/command">
                <pc:docMk/>
                <pc:sldMk cId="1019526263" sldId="286"/>
                <pc2:cmMk id="{870DC5FC-2490-44E6-B2AF-7F224A7F1A39}"/>
              </pc2:cmMkLst>
            </pc226:cmChg>
          </p:ext>
        </pc:extLst>
      </pc:sldChg>
      <pc:sldChg chg="modSp mod">
        <pc:chgData name="Alejandro Laguna Sanz" userId="92051962-273e-4f79-a025-120ab1605eec" providerId="ADAL" clId="{38B59673-1A92-4856-B771-B15D27F39C98}" dt="2024-04-14T17:25:34.598" v="0" actId="1076"/>
        <pc:sldMkLst>
          <pc:docMk/>
          <pc:sldMk cId="2430986996" sldId="296"/>
        </pc:sldMkLst>
        <pc:spChg chg="mod">
          <ac:chgData name="Alejandro Laguna Sanz" userId="92051962-273e-4f79-a025-120ab1605eec" providerId="ADAL" clId="{38B59673-1A92-4856-B771-B15D27F39C98}" dt="2024-04-14T17:25:34.598" v="0" actId="1076"/>
          <ac:spMkLst>
            <pc:docMk/>
            <pc:sldMk cId="2430986996" sldId="296"/>
            <ac:spMk id="186" creationId="{00000000-0000-0000-0000-000000000000}"/>
          </ac:spMkLst>
        </pc:spChg>
      </pc:sldChg>
      <pc:sldChg chg="ord">
        <pc:chgData name="Alejandro Laguna Sanz" userId="92051962-273e-4f79-a025-120ab1605eec" providerId="ADAL" clId="{38B59673-1A92-4856-B771-B15D27F39C98}" dt="2024-04-14T18:03:22.305" v="2"/>
        <pc:sldMkLst>
          <pc:docMk/>
          <pc:sldMk cId="280227720" sldId="311"/>
        </pc:sldMkLst>
      </pc:sldChg>
      <pc:sldChg chg="addSp delSp modSp add mod">
        <pc:chgData name="Alejandro Laguna Sanz" userId="92051962-273e-4f79-a025-120ab1605eec" providerId="ADAL" clId="{38B59673-1A92-4856-B771-B15D27F39C98}" dt="2024-04-14T18:44:51.793" v="215" actId="1076"/>
        <pc:sldMkLst>
          <pc:docMk/>
          <pc:sldMk cId="3922901419" sldId="312"/>
        </pc:sldMkLst>
        <pc:spChg chg="mod">
          <ac:chgData name="Alejandro Laguna Sanz" userId="92051962-273e-4f79-a025-120ab1605eec" providerId="ADAL" clId="{38B59673-1A92-4856-B771-B15D27F39C98}" dt="2024-04-14T18:42:36.388" v="102" actId="1076"/>
          <ac:spMkLst>
            <pc:docMk/>
            <pc:sldMk cId="3922901419" sldId="312"/>
            <ac:spMk id="2" creationId="{00000000-0000-0000-0000-000000000000}"/>
          </ac:spMkLst>
        </pc:spChg>
        <pc:spChg chg="add mod">
          <ac:chgData name="Alejandro Laguna Sanz" userId="92051962-273e-4f79-a025-120ab1605eec" providerId="ADAL" clId="{38B59673-1A92-4856-B771-B15D27F39C98}" dt="2024-04-14T18:42:32.846" v="100" actId="1076"/>
          <ac:spMkLst>
            <pc:docMk/>
            <pc:sldMk cId="3922901419" sldId="312"/>
            <ac:spMk id="4" creationId="{022739DB-A5CD-FFAE-B6FD-2A758ED75516}"/>
          </ac:spMkLst>
        </pc:spChg>
        <pc:spChg chg="add mod">
          <ac:chgData name="Alejandro Laguna Sanz" userId="92051962-273e-4f79-a025-120ab1605eec" providerId="ADAL" clId="{38B59673-1A92-4856-B771-B15D27F39C98}" dt="2024-04-14T18:44:51.793" v="215" actId="1076"/>
          <ac:spMkLst>
            <pc:docMk/>
            <pc:sldMk cId="3922901419" sldId="312"/>
            <ac:spMk id="5" creationId="{397C5FF0-CA37-61B2-A560-6A62E89D574B}"/>
          </ac:spMkLst>
        </pc:spChg>
        <pc:spChg chg="add mod">
          <ac:chgData name="Alejandro Laguna Sanz" userId="92051962-273e-4f79-a025-120ab1605eec" providerId="ADAL" clId="{38B59673-1A92-4856-B771-B15D27F39C98}" dt="2024-04-14T18:43:25.458" v="178" actId="20577"/>
          <ac:spMkLst>
            <pc:docMk/>
            <pc:sldMk cId="3922901419" sldId="312"/>
            <ac:spMk id="8" creationId="{BF8796A8-9318-63AB-9750-29B45331EB34}"/>
          </ac:spMkLst>
        </pc:spChg>
        <pc:spChg chg="add mod">
          <ac:chgData name="Alejandro Laguna Sanz" userId="92051962-273e-4f79-a025-120ab1605eec" providerId="ADAL" clId="{38B59673-1A92-4856-B771-B15D27F39C98}" dt="2024-04-14T18:43:59.979" v="203"/>
          <ac:spMkLst>
            <pc:docMk/>
            <pc:sldMk cId="3922901419" sldId="312"/>
            <ac:spMk id="13" creationId="{B1102F05-BEB2-B25D-C4A5-645577413DE2}"/>
          </ac:spMkLst>
        </pc:spChg>
        <pc:spChg chg="del">
          <ac:chgData name="Alejandro Laguna Sanz" userId="92051962-273e-4f79-a025-120ab1605eec" providerId="ADAL" clId="{38B59673-1A92-4856-B771-B15D27F39C98}" dt="2024-04-14T18:40:12.743" v="25" actId="478"/>
          <ac:spMkLst>
            <pc:docMk/>
            <pc:sldMk cId="3922901419" sldId="312"/>
            <ac:spMk id="26" creationId="{00000000-0000-0000-0000-000000000000}"/>
          </ac:spMkLst>
        </pc:spChg>
        <pc:spChg chg="del">
          <ac:chgData name="Alejandro Laguna Sanz" userId="92051962-273e-4f79-a025-120ab1605eec" providerId="ADAL" clId="{38B59673-1A92-4856-B771-B15D27F39C98}" dt="2024-04-14T18:40:12.743" v="25" actId="478"/>
          <ac:spMkLst>
            <pc:docMk/>
            <pc:sldMk cId="3922901419" sldId="312"/>
            <ac:spMk id="27" creationId="{00000000-0000-0000-0000-000000000000}"/>
          </ac:spMkLst>
        </pc:spChg>
        <pc:spChg chg="del">
          <ac:chgData name="Alejandro Laguna Sanz" userId="92051962-273e-4f79-a025-120ab1605eec" providerId="ADAL" clId="{38B59673-1A92-4856-B771-B15D27F39C98}" dt="2024-04-14T18:40:12.743" v="25" actId="478"/>
          <ac:spMkLst>
            <pc:docMk/>
            <pc:sldMk cId="3922901419" sldId="312"/>
            <ac:spMk id="29" creationId="{00000000-0000-0000-0000-000000000000}"/>
          </ac:spMkLst>
        </pc:spChg>
        <pc:spChg chg="del">
          <ac:chgData name="Alejandro Laguna Sanz" userId="92051962-273e-4f79-a025-120ab1605eec" providerId="ADAL" clId="{38B59673-1A92-4856-B771-B15D27F39C98}" dt="2024-04-14T18:40:08.643" v="24" actId="478"/>
          <ac:spMkLst>
            <pc:docMk/>
            <pc:sldMk cId="3922901419" sldId="312"/>
            <ac:spMk id="40" creationId="{00000000-0000-0000-0000-000000000000}"/>
          </ac:spMkLst>
        </pc:spChg>
      </pc:sldChg>
    </pc:docChg>
  </pc:docChgLst>
  <pc:docChgLst>
    <pc:chgData name="Isaac.Suarez@uv.es" userId="3e4bb9f1-952d-4d13-9b2e-21f04a21d71c" providerId="ADAL" clId="{016B307C-4669-4A18-8861-51027F6AFCFB}"/>
    <pc:docChg chg="undo custSel addSld delSld modSld sldOrd">
      <pc:chgData name="Isaac.Suarez@uv.es" userId="3e4bb9f1-952d-4d13-9b2e-21f04a21d71c" providerId="ADAL" clId="{016B307C-4669-4A18-8861-51027F6AFCFB}" dt="2020-02-27T09:12:15.489" v="523" actId="20577"/>
      <pc:docMkLst>
        <pc:docMk/>
      </pc:docMkLst>
      <pc:sldChg chg="addSp delSp modSp">
        <pc:chgData name="Isaac.Suarez@uv.es" userId="3e4bb9f1-952d-4d13-9b2e-21f04a21d71c" providerId="ADAL" clId="{016B307C-4669-4A18-8861-51027F6AFCFB}" dt="2020-02-20T11:18:19.896" v="229" actId="1076"/>
        <pc:sldMkLst>
          <pc:docMk/>
          <pc:sldMk cId="23866302" sldId="263"/>
        </pc:sldMkLst>
        <pc:spChg chg="del mod">
          <ac:chgData name="Isaac.Suarez@uv.es" userId="3e4bb9f1-952d-4d13-9b2e-21f04a21d71c" providerId="ADAL" clId="{016B307C-4669-4A18-8861-51027F6AFCFB}" dt="2020-02-20T11:14:58.012" v="86" actId="478"/>
          <ac:spMkLst>
            <pc:docMk/>
            <pc:sldMk cId="23866302" sldId="263"/>
            <ac:spMk id="5" creationId="{00000000-0000-0000-0000-000000000000}"/>
          </ac:spMkLst>
        </pc:spChg>
        <pc:spChg chg="mod">
          <ac:chgData name="Isaac.Suarez@uv.es" userId="3e4bb9f1-952d-4d13-9b2e-21f04a21d71c" providerId="ADAL" clId="{016B307C-4669-4A18-8861-51027F6AFCFB}" dt="2020-02-20T11:09:01.977" v="32" actId="208"/>
          <ac:spMkLst>
            <pc:docMk/>
            <pc:sldMk cId="23866302" sldId="263"/>
            <ac:spMk id="11" creationId="{00000000-0000-0000-0000-000000000000}"/>
          </ac:spMkLst>
        </pc:spChg>
        <pc:spChg chg="del mod">
          <ac:chgData name="Isaac.Suarez@uv.es" userId="3e4bb9f1-952d-4d13-9b2e-21f04a21d71c" providerId="ADAL" clId="{016B307C-4669-4A18-8861-51027F6AFCFB}" dt="2020-02-20T11:16:29.098" v="148" actId="478"/>
          <ac:spMkLst>
            <pc:docMk/>
            <pc:sldMk cId="23866302" sldId="263"/>
            <ac:spMk id="12" creationId="{00000000-0000-0000-0000-000000000000}"/>
          </ac:spMkLst>
        </pc:spChg>
        <pc:spChg chg="del">
          <ac:chgData name="Isaac.Suarez@uv.es" userId="3e4bb9f1-952d-4d13-9b2e-21f04a21d71c" providerId="ADAL" clId="{016B307C-4669-4A18-8861-51027F6AFCFB}" dt="2020-02-20T11:16:34.270" v="149" actId="478"/>
          <ac:spMkLst>
            <pc:docMk/>
            <pc:sldMk cId="23866302" sldId="263"/>
            <ac:spMk id="13" creationId="{00000000-0000-0000-0000-000000000000}"/>
          </ac:spMkLst>
        </pc:spChg>
        <pc:spChg chg="add del mod">
          <ac:chgData name="Isaac.Suarez@uv.es" userId="3e4bb9f1-952d-4d13-9b2e-21f04a21d71c" providerId="ADAL" clId="{016B307C-4669-4A18-8861-51027F6AFCFB}" dt="2020-02-20T11:07:44.680" v="15" actId="11529"/>
          <ac:spMkLst>
            <pc:docMk/>
            <pc:sldMk cId="23866302" sldId="263"/>
            <ac:spMk id="18" creationId="{17F8E6E7-7A20-4671-BC5A-6ED4635B6F6F}"/>
          </ac:spMkLst>
        </pc:spChg>
        <pc:spChg chg="del mod">
          <ac:chgData name="Isaac.Suarez@uv.es" userId="3e4bb9f1-952d-4d13-9b2e-21f04a21d71c" providerId="ADAL" clId="{016B307C-4669-4A18-8861-51027F6AFCFB}" dt="2020-02-20T11:18:07.021" v="227" actId="478"/>
          <ac:spMkLst>
            <pc:docMk/>
            <pc:sldMk cId="23866302" sldId="263"/>
            <ac:spMk id="23" creationId="{00000000-0000-0000-0000-000000000000}"/>
          </ac:spMkLst>
        </pc:spChg>
        <pc:spChg chg="add mod ord">
          <ac:chgData name="Isaac.Suarez@uv.es" userId="3e4bb9f1-952d-4d13-9b2e-21f04a21d71c" providerId="ADAL" clId="{016B307C-4669-4A18-8861-51027F6AFCFB}" dt="2020-02-20T11:14:43.237" v="82" actId="14100"/>
          <ac:spMkLst>
            <pc:docMk/>
            <pc:sldMk cId="23866302" sldId="263"/>
            <ac:spMk id="24" creationId="{F30F09C3-0EC6-4D08-8396-7329AD9EB762}"/>
          </ac:spMkLst>
        </pc:spChg>
        <pc:spChg chg="add mod">
          <ac:chgData name="Isaac.Suarez@uv.es" userId="3e4bb9f1-952d-4d13-9b2e-21f04a21d71c" providerId="ADAL" clId="{016B307C-4669-4A18-8861-51027F6AFCFB}" dt="2020-02-20T11:14:56.363" v="85" actId="1076"/>
          <ac:spMkLst>
            <pc:docMk/>
            <pc:sldMk cId="23866302" sldId="263"/>
            <ac:spMk id="25" creationId="{C0925649-C8B3-4894-8F36-B167B01113C4}"/>
          </ac:spMkLst>
        </pc:spChg>
        <pc:spChg chg="del mod">
          <ac:chgData name="Isaac.Suarez@uv.es" userId="3e4bb9f1-952d-4d13-9b2e-21f04a21d71c" providerId="ADAL" clId="{016B307C-4669-4A18-8861-51027F6AFCFB}" dt="2020-02-20T11:17:30.648" v="197" actId="478"/>
          <ac:spMkLst>
            <pc:docMk/>
            <pc:sldMk cId="23866302" sldId="263"/>
            <ac:spMk id="26" creationId="{00000000-0000-0000-0000-000000000000}"/>
          </ac:spMkLst>
        </pc:spChg>
        <pc:spChg chg="mod">
          <ac:chgData name="Isaac.Suarez@uv.es" userId="3e4bb9f1-952d-4d13-9b2e-21f04a21d71c" providerId="ADAL" clId="{016B307C-4669-4A18-8861-51027F6AFCFB}" dt="2020-02-20T11:09:44.193" v="36" actId="207"/>
          <ac:spMkLst>
            <pc:docMk/>
            <pc:sldMk cId="23866302" sldId="263"/>
            <ac:spMk id="44" creationId="{00000000-0000-0000-0000-000000000000}"/>
          </ac:spMkLst>
        </pc:spChg>
        <pc:spChg chg="add mod">
          <ac:chgData name="Isaac.Suarez@uv.es" userId="3e4bb9f1-952d-4d13-9b2e-21f04a21d71c" providerId="ADAL" clId="{016B307C-4669-4A18-8861-51027F6AFCFB}" dt="2020-02-20T11:08:06.722" v="29" actId="1076"/>
          <ac:spMkLst>
            <pc:docMk/>
            <pc:sldMk cId="23866302" sldId="263"/>
            <ac:spMk id="51" creationId="{6793307D-C9F5-4873-B184-ABF2AA99E2FA}"/>
          </ac:spMkLst>
        </pc:spChg>
        <pc:spChg chg="add mod ord">
          <ac:chgData name="Isaac.Suarez@uv.es" userId="3e4bb9f1-952d-4d13-9b2e-21f04a21d71c" providerId="ADAL" clId="{016B307C-4669-4A18-8861-51027F6AFCFB}" dt="2020-02-20T11:17:43.082" v="200" actId="166"/>
          <ac:spMkLst>
            <pc:docMk/>
            <pc:sldMk cId="23866302" sldId="263"/>
            <ac:spMk id="52" creationId="{5D97BF7E-3654-4CCF-9EDD-6874AE2C5F46}"/>
          </ac:spMkLst>
        </pc:spChg>
        <pc:spChg chg="add mod ord">
          <ac:chgData name="Isaac.Suarez@uv.es" userId="3e4bb9f1-952d-4d13-9b2e-21f04a21d71c" providerId="ADAL" clId="{016B307C-4669-4A18-8861-51027F6AFCFB}" dt="2020-02-20T11:16:04.454" v="114" actId="1076"/>
          <ac:spMkLst>
            <pc:docMk/>
            <pc:sldMk cId="23866302" sldId="263"/>
            <ac:spMk id="54" creationId="{12ADCA76-A211-436D-A174-CA6E134E3FE9}"/>
          </ac:spMkLst>
        </pc:spChg>
        <pc:spChg chg="add del mod">
          <ac:chgData name="Isaac.Suarez@uv.es" userId="3e4bb9f1-952d-4d13-9b2e-21f04a21d71c" providerId="ADAL" clId="{016B307C-4669-4A18-8861-51027F6AFCFB}" dt="2020-02-20T11:15:29.148" v="90" actId="478"/>
          <ac:spMkLst>
            <pc:docMk/>
            <pc:sldMk cId="23866302" sldId="263"/>
            <ac:spMk id="55" creationId="{097111E2-D03B-4DA4-B1BF-35176CF0384B}"/>
          </ac:spMkLst>
        </pc:spChg>
        <pc:spChg chg="add mod ord">
          <ac:chgData name="Isaac.Suarez@uv.es" userId="3e4bb9f1-952d-4d13-9b2e-21f04a21d71c" providerId="ADAL" clId="{016B307C-4669-4A18-8861-51027F6AFCFB}" dt="2020-02-20T11:16:04.454" v="114" actId="1076"/>
          <ac:spMkLst>
            <pc:docMk/>
            <pc:sldMk cId="23866302" sldId="263"/>
            <ac:spMk id="56" creationId="{CFEDF45A-883D-4A28-B21F-469CBBAA87BA}"/>
          </ac:spMkLst>
        </pc:spChg>
        <pc:spChg chg="add mod">
          <ac:chgData name="Isaac.Suarez@uv.es" userId="3e4bb9f1-952d-4d13-9b2e-21f04a21d71c" providerId="ADAL" clId="{016B307C-4669-4A18-8861-51027F6AFCFB}" dt="2020-02-20T11:17:03.128" v="159" actId="1038"/>
          <ac:spMkLst>
            <pc:docMk/>
            <pc:sldMk cId="23866302" sldId="263"/>
            <ac:spMk id="57" creationId="{27495CAF-FF36-438D-BB71-1A78EBAE74B2}"/>
          </ac:spMkLst>
        </pc:spChg>
        <pc:spChg chg="add mod">
          <ac:chgData name="Isaac.Suarez@uv.es" userId="3e4bb9f1-952d-4d13-9b2e-21f04a21d71c" providerId="ADAL" clId="{016B307C-4669-4A18-8861-51027F6AFCFB}" dt="2020-02-20T11:17:09.362" v="164" actId="1038"/>
          <ac:spMkLst>
            <pc:docMk/>
            <pc:sldMk cId="23866302" sldId="263"/>
            <ac:spMk id="58" creationId="{22F6F987-618F-423E-A8BC-6135FC1061F5}"/>
          </ac:spMkLst>
        </pc:spChg>
        <pc:spChg chg="add mod">
          <ac:chgData name="Isaac.Suarez@uv.es" userId="3e4bb9f1-952d-4d13-9b2e-21f04a21d71c" providerId="ADAL" clId="{016B307C-4669-4A18-8861-51027F6AFCFB}" dt="2020-02-20T11:17:49.482" v="201" actId="1076"/>
          <ac:spMkLst>
            <pc:docMk/>
            <pc:sldMk cId="23866302" sldId="263"/>
            <ac:spMk id="59" creationId="{0C558E85-50E9-4200-A835-82B0DA1D31AF}"/>
          </ac:spMkLst>
        </pc:spChg>
        <pc:spChg chg="add mod">
          <ac:chgData name="Isaac.Suarez@uv.es" userId="3e4bb9f1-952d-4d13-9b2e-21f04a21d71c" providerId="ADAL" clId="{016B307C-4669-4A18-8861-51027F6AFCFB}" dt="2020-02-20T11:17:49.482" v="201" actId="1076"/>
          <ac:spMkLst>
            <pc:docMk/>
            <pc:sldMk cId="23866302" sldId="263"/>
            <ac:spMk id="63" creationId="{409B90D3-AC2B-45EE-BFA4-58F3A3C0A26D}"/>
          </ac:spMkLst>
        </pc:spChg>
        <pc:spChg chg="add mod">
          <ac:chgData name="Isaac.Suarez@uv.es" userId="3e4bb9f1-952d-4d13-9b2e-21f04a21d71c" providerId="ADAL" clId="{016B307C-4669-4A18-8861-51027F6AFCFB}" dt="2020-02-20T11:18:19.896" v="229" actId="1076"/>
          <ac:spMkLst>
            <pc:docMk/>
            <pc:sldMk cId="23866302" sldId="263"/>
            <ac:spMk id="66" creationId="{E6E895B6-E5D4-43D7-B450-89205BA21917}"/>
          </ac:spMkLst>
        </pc:spChg>
        <pc:spChg chg="mod ord">
          <ac:chgData name="Isaac.Suarez@uv.es" userId="3e4bb9f1-952d-4d13-9b2e-21f04a21d71c" providerId="ADAL" clId="{016B307C-4669-4A18-8861-51027F6AFCFB}" dt="2020-02-20T11:15:58.525" v="113" actId="166"/>
          <ac:spMkLst>
            <pc:docMk/>
            <pc:sldMk cId="23866302" sldId="263"/>
            <ac:spMk id="68" creationId="{00000000-0000-0000-0000-000000000000}"/>
          </ac:spMkLst>
        </pc:spChg>
        <pc:spChg chg="ord">
          <ac:chgData name="Isaac.Suarez@uv.es" userId="3e4bb9f1-952d-4d13-9b2e-21f04a21d71c" providerId="ADAL" clId="{016B307C-4669-4A18-8861-51027F6AFCFB}" dt="2020-02-20T11:16:38.740" v="150" actId="166"/>
          <ac:spMkLst>
            <pc:docMk/>
            <pc:sldMk cId="23866302" sldId="263"/>
            <ac:spMk id="69" creationId="{00000000-0000-0000-0000-000000000000}"/>
          </ac:spMkLst>
        </pc:spChg>
        <pc:spChg chg="add mod">
          <ac:chgData name="Isaac.Suarez@uv.es" userId="3e4bb9f1-952d-4d13-9b2e-21f04a21d71c" providerId="ADAL" clId="{016B307C-4669-4A18-8861-51027F6AFCFB}" dt="2020-02-20T11:18:19.896" v="229" actId="1076"/>
          <ac:spMkLst>
            <pc:docMk/>
            <pc:sldMk cId="23866302" sldId="263"/>
            <ac:spMk id="70" creationId="{4F5F294D-505F-4C0E-9399-15D2FE901C32}"/>
          </ac:spMkLst>
        </pc:spChg>
        <pc:spChg chg="ord">
          <ac:chgData name="Isaac.Suarez@uv.es" userId="3e4bb9f1-952d-4d13-9b2e-21f04a21d71c" providerId="ADAL" clId="{016B307C-4669-4A18-8861-51027F6AFCFB}" dt="2020-02-20T11:18:11.598" v="228" actId="166"/>
          <ac:spMkLst>
            <pc:docMk/>
            <pc:sldMk cId="23866302" sldId="263"/>
            <ac:spMk id="73" creationId="{00000000-0000-0000-0000-000000000000}"/>
          </ac:spMkLst>
        </pc:spChg>
        <pc:cxnChg chg="mod">
          <ac:chgData name="Isaac.Suarez@uv.es" userId="3e4bb9f1-952d-4d13-9b2e-21f04a21d71c" providerId="ADAL" clId="{016B307C-4669-4A18-8861-51027F6AFCFB}" dt="2020-02-20T11:09:35.284" v="34" actId="1582"/>
          <ac:cxnSpMkLst>
            <pc:docMk/>
            <pc:sldMk cId="23866302" sldId="263"/>
            <ac:cxnSpMk id="17" creationId="{00000000-0000-0000-0000-000000000000}"/>
          </ac:cxnSpMkLst>
        </pc:cxnChg>
        <pc:cxnChg chg="mod">
          <ac:chgData name="Isaac.Suarez@uv.es" userId="3e4bb9f1-952d-4d13-9b2e-21f04a21d71c" providerId="ADAL" clId="{016B307C-4669-4A18-8861-51027F6AFCFB}" dt="2020-02-20T11:09:35.284" v="34" actId="1582"/>
          <ac:cxnSpMkLst>
            <pc:docMk/>
            <pc:sldMk cId="23866302" sldId="263"/>
            <ac:cxnSpMk id="19" creationId="{00000000-0000-0000-0000-000000000000}"/>
          </ac:cxnSpMkLst>
        </pc:cxnChg>
        <pc:cxnChg chg="mod">
          <ac:chgData name="Isaac.Suarez@uv.es" userId="3e4bb9f1-952d-4d13-9b2e-21f04a21d71c" providerId="ADAL" clId="{016B307C-4669-4A18-8861-51027F6AFCFB}" dt="2020-02-20T11:09:35.284" v="34" actId="1582"/>
          <ac:cxnSpMkLst>
            <pc:docMk/>
            <pc:sldMk cId="23866302" sldId="263"/>
            <ac:cxnSpMk id="21" creationId="{00000000-0000-0000-0000-000000000000}"/>
          </ac:cxnSpMkLst>
        </pc:cxnChg>
        <pc:cxnChg chg="mod">
          <ac:chgData name="Isaac.Suarez@uv.es" userId="3e4bb9f1-952d-4d13-9b2e-21f04a21d71c" providerId="ADAL" clId="{016B307C-4669-4A18-8861-51027F6AFCFB}" dt="2020-02-20T11:09:11.770" v="33" actId="1582"/>
          <ac:cxnSpMkLst>
            <pc:docMk/>
            <pc:sldMk cId="23866302" sldId="263"/>
            <ac:cxnSpMk id="27" creationId="{00000000-0000-0000-0000-000000000000}"/>
          </ac:cxnSpMkLst>
        </pc:cxnChg>
        <pc:cxnChg chg="mod">
          <ac:chgData name="Isaac.Suarez@uv.es" userId="3e4bb9f1-952d-4d13-9b2e-21f04a21d71c" providerId="ADAL" clId="{016B307C-4669-4A18-8861-51027F6AFCFB}" dt="2020-02-20T11:09:35.284" v="34" actId="1582"/>
          <ac:cxnSpMkLst>
            <pc:docMk/>
            <pc:sldMk cId="23866302" sldId="263"/>
            <ac:cxnSpMk id="33" creationId="{00000000-0000-0000-0000-000000000000}"/>
          </ac:cxnSpMkLst>
        </pc:cxnChg>
        <pc:cxnChg chg="mod">
          <ac:chgData name="Isaac.Suarez@uv.es" userId="3e4bb9f1-952d-4d13-9b2e-21f04a21d71c" providerId="ADAL" clId="{016B307C-4669-4A18-8861-51027F6AFCFB}" dt="2020-02-20T11:16:51.893" v="154" actId="1037"/>
          <ac:cxnSpMkLst>
            <pc:docMk/>
            <pc:sldMk cId="23866302" sldId="263"/>
            <ac:cxnSpMk id="34" creationId="{00000000-0000-0000-0000-000000000000}"/>
          </ac:cxnSpMkLst>
        </pc:cxnChg>
        <pc:cxnChg chg="add mod">
          <ac:chgData name="Isaac.Suarez@uv.es" userId="3e4bb9f1-952d-4d13-9b2e-21f04a21d71c" providerId="ADAL" clId="{016B307C-4669-4A18-8861-51027F6AFCFB}" dt="2020-02-20T11:09:35.284" v="34" actId="1582"/>
          <ac:cxnSpMkLst>
            <pc:docMk/>
            <pc:sldMk cId="23866302" sldId="263"/>
            <ac:cxnSpMk id="40" creationId="{8E47FCFC-51B2-4C84-B0A1-A91DD1B36923}"/>
          </ac:cxnSpMkLst>
        </pc:cxnChg>
        <pc:cxnChg chg="mod">
          <ac:chgData name="Isaac.Suarez@uv.es" userId="3e4bb9f1-952d-4d13-9b2e-21f04a21d71c" providerId="ADAL" clId="{016B307C-4669-4A18-8861-51027F6AFCFB}" dt="2020-02-20T11:09:35.284" v="34" actId="1582"/>
          <ac:cxnSpMkLst>
            <pc:docMk/>
            <pc:sldMk cId="23866302" sldId="263"/>
            <ac:cxnSpMk id="41" creationId="{00000000-0000-0000-0000-000000000000}"/>
          </ac:cxnSpMkLst>
        </pc:cxnChg>
        <pc:cxnChg chg="add mod">
          <ac:chgData name="Isaac.Suarez@uv.es" userId="3e4bb9f1-952d-4d13-9b2e-21f04a21d71c" providerId="ADAL" clId="{016B307C-4669-4A18-8861-51027F6AFCFB}" dt="2020-02-20T11:09:35.284" v="34" actId="1582"/>
          <ac:cxnSpMkLst>
            <pc:docMk/>
            <pc:sldMk cId="23866302" sldId="263"/>
            <ac:cxnSpMk id="42" creationId="{EBC0917F-3C55-4B45-AFD9-B81920FF6B89}"/>
          </ac:cxnSpMkLst>
        </pc:cxnChg>
        <pc:cxnChg chg="add del mod">
          <ac:chgData name="Isaac.Suarez@uv.es" userId="3e4bb9f1-952d-4d13-9b2e-21f04a21d71c" providerId="ADAL" clId="{016B307C-4669-4A18-8861-51027F6AFCFB}" dt="2020-02-20T11:07:41.448" v="13" actId="478"/>
          <ac:cxnSpMkLst>
            <pc:docMk/>
            <pc:sldMk cId="23866302" sldId="263"/>
            <ac:cxnSpMk id="45" creationId="{6C255E3A-72A4-4887-A90C-EBFB72B8FA5A}"/>
          </ac:cxnSpMkLst>
        </pc:cxnChg>
        <pc:cxnChg chg="mod">
          <ac:chgData name="Isaac.Suarez@uv.es" userId="3e4bb9f1-952d-4d13-9b2e-21f04a21d71c" providerId="ADAL" clId="{016B307C-4669-4A18-8861-51027F6AFCFB}" dt="2020-02-20T11:09:35.284" v="34" actId="1582"/>
          <ac:cxnSpMkLst>
            <pc:docMk/>
            <pc:sldMk cId="23866302" sldId="263"/>
            <ac:cxnSpMk id="46" creationId="{00000000-0000-0000-0000-000000000000}"/>
          </ac:cxnSpMkLst>
        </pc:cxnChg>
        <pc:cxnChg chg="mod">
          <ac:chgData name="Isaac.Suarez@uv.es" userId="3e4bb9f1-952d-4d13-9b2e-21f04a21d71c" providerId="ADAL" clId="{016B307C-4669-4A18-8861-51027F6AFCFB}" dt="2020-02-20T11:09:35.284" v="34" actId="1582"/>
          <ac:cxnSpMkLst>
            <pc:docMk/>
            <pc:sldMk cId="23866302" sldId="263"/>
            <ac:cxnSpMk id="47" creationId="{00000000-0000-0000-0000-000000000000}"/>
          </ac:cxnSpMkLst>
        </pc:cxnChg>
        <pc:cxnChg chg="add mod">
          <ac:chgData name="Isaac.Suarez@uv.es" userId="3e4bb9f1-952d-4d13-9b2e-21f04a21d71c" providerId="ADAL" clId="{016B307C-4669-4A18-8861-51027F6AFCFB}" dt="2020-02-20T11:09:35.284" v="34" actId="1582"/>
          <ac:cxnSpMkLst>
            <pc:docMk/>
            <pc:sldMk cId="23866302" sldId="263"/>
            <ac:cxnSpMk id="48" creationId="{8933C022-4FBF-4B82-9876-A02B66155431}"/>
          </ac:cxnSpMkLst>
        </pc:cxnChg>
        <pc:cxnChg chg="mod">
          <ac:chgData name="Isaac.Suarez@uv.es" userId="3e4bb9f1-952d-4d13-9b2e-21f04a21d71c" providerId="ADAL" clId="{016B307C-4669-4A18-8861-51027F6AFCFB}" dt="2020-02-20T11:09:35.284" v="34" actId="1582"/>
          <ac:cxnSpMkLst>
            <pc:docMk/>
            <pc:sldMk cId="23866302" sldId="263"/>
            <ac:cxnSpMk id="49" creationId="{00000000-0000-0000-0000-000000000000}"/>
          </ac:cxnSpMkLst>
        </pc:cxnChg>
        <pc:cxnChg chg="mod">
          <ac:chgData name="Isaac.Suarez@uv.es" userId="3e4bb9f1-952d-4d13-9b2e-21f04a21d71c" providerId="ADAL" clId="{016B307C-4669-4A18-8861-51027F6AFCFB}" dt="2020-02-20T11:09:35.284" v="34" actId="1582"/>
          <ac:cxnSpMkLst>
            <pc:docMk/>
            <pc:sldMk cId="23866302" sldId="263"/>
            <ac:cxnSpMk id="50" creationId="{00000000-0000-0000-0000-000000000000}"/>
          </ac:cxnSpMkLst>
        </pc:cxnChg>
      </pc:sldChg>
      <pc:sldChg chg="modSp">
        <pc:chgData name="Isaac.Suarez@uv.es" userId="3e4bb9f1-952d-4d13-9b2e-21f04a21d71c" providerId="ADAL" clId="{016B307C-4669-4A18-8861-51027F6AFCFB}" dt="2020-02-20T12:27:43.134" v="244" actId="20577"/>
        <pc:sldMkLst>
          <pc:docMk/>
          <pc:sldMk cId="1533435514" sldId="269"/>
        </pc:sldMkLst>
        <pc:spChg chg="mod">
          <ac:chgData name="Isaac.Suarez@uv.es" userId="3e4bb9f1-952d-4d13-9b2e-21f04a21d71c" providerId="ADAL" clId="{016B307C-4669-4A18-8861-51027F6AFCFB}" dt="2020-02-20T12:27:43.134" v="244" actId="20577"/>
          <ac:spMkLst>
            <pc:docMk/>
            <pc:sldMk cId="1533435514" sldId="269"/>
            <ac:spMk id="5" creationId="{00000000-0000-0000-0000-000000000000}"/>
          </ac:spMkLst>
        </pc:spChg>
        <pc:cxnChg chg="mod">
          <ac:chgData name="Isaac.Suarez@uv.es" userId="3e4bb9f1-952d-4d13-9b2e-21f04a21d71c" providerId="ADAL" clId="{016B307C-4669-4A18-8861-51027F6AFCFB}" dt="2020-02-20T12:00:15.347" v="240" actId="1037"/>
          <ac:cxnSpMkLst>
            <pc:docMk/>
            <pc:sldMk cId="1533435514" sldId="269"/>
            <ac:cxnSpMk id="11" creationId="{00000000-0000-0000-0000-000000000000}"/>
          </ac:cxnSpMkLst>
        </pc:cxnChg>
      </pc:sldChg>
      <pc:sldChg chg="addSp modSp">
        <pc:chgData name="Isaac.Suarez@uv.es" userId="3e4bb9f1-952d-4d13-9b2e-21f04a21d71c" providerId="ADAL" clId="{016B307C-4669-4A18-8861-51027F6AFCFB}" dt="2020-02-20T12:43:50.090" v="368" actId="1037"/>
        <pc:sldMkLst>
          <pc:docMk/>
          <pc:sldMk cId="722594135" sldId="271"/>
        </pc:sldMkLst>
        <pc:spChg chg="mod">
          <ac:chgData name="Isaac.Suarez@uv.es" userId="3e4bb9f1-952d-4d13-9b2e-21f04a21d71c" providerId="ADAL" clId="{016B307C-4669-4A18-8861-51027F6AFCFB}" dt="2020-02-20T12:43:50.090" v="368" actId="1037"/>
          <ac:spMkLst>
            <pc:docMk/>
            <pc:sldMk cId="722594135" sldId="271"/>
            <ac:spMk id="2" creationId="{00000000-0000-0000-0000-000000000000}"/>
          </ac:spMkLst>
        </pc:spChg>
        <pc:spChg chg="mod">
          <ac:chgData name="Isaac.Suarez@uv.es" userId="3e4bb9f1-952d-4d13-9b2e-21f04a21d71c" providerId="ADAL" clId="{016B307C-4669-4A18-8861-51027F6AFCFB}" dt="2020-02-20T12:31:21.169" v="254" actId="20577"/>
          <ac:spMkLst>
            <pc:docMk/>
            <pc:sldMk cId="722594135" sldId="271"/>
            <ac:spMk id="75" creationId="{00000000-0000-0000-0000-000000000000}"/>
          </ac:spMkLst>
        </pc:spChg>
        <pc:cxnChg chg="add mod ord">
          <ac:chgData name="Isaac.Suarez@uv.es" userId="3e4bb9f1-952d-4d13-9b2e-21f04a21d71c" providerId="ADAL" clId="{016B307C-4669-4A18-8861-51027F6AFCFB}" dt="2020-02-20T12:43:07.797" v="315" actId="167"/>
          <ac:cxnSpMkLst>
            <pc:docMk/>
            <pc:sldMk cId="722594135" sldId="271"/>
            <ac:cxnSpMk id="197" creationId="{27BBBC37-CC21-4AD0-92AF-3F7FC3C52829}"/>
          </ac:cxnSpMkLst>
        </pc:cxnChg>
        <pc:cxnChg chg="add mod ord">
          <ac:chgData name="Isaac.Suarez@uv.es" userId="3e4bb9f1-952d-4d13-9b2e-21f04a21d71c" providerId="ADAL" clId="{016B307C-4669-4A18-8861-51027F6AFCFB}" dt="2020-02-20T12:43:07.797" v="315" actId="167"/>
          <ac:cxnSpMkLst>
            <pc:docMk/>
            <pc:sldMk cId="722594135" sldId="271"/>
            <ac:cxnSpMk id="202" creationId="{68946334-64D4-420C-80A8-98C8390D15CD}"/>
          </ac:cxnSpMkLst>
        </pc:cxnChg>
        <pc:cxnChg chg="add mod ord">
          <ac:chgData name="Isaac.Suarez@uv.es" userId="3e4bb9f1-952d-4d13-9b2e-21f04a21d71c" providerId="ADAL" clId="{016B307C-4669-4A18-8861-51027F6AFCFB}" dt="2020-02-20T12:43:07.797" v="315" actId="167"/>
          <ac:cxnSpMkLst>
            <pc:docMk/>
            <pc:sldMk cId="722594135" sldId="271"/>
            <ac:cxnSpMk id="203" creationId="{489FC71C-7281-4F30-9263-069187D73736}"/>
          </ac:cxnSpMkLst>
        </pc:cxnChg>
        <pc:cxnChg chg="add mod ord">
          <ac:chgData name="Isaac.Suarez@uv.es" userId="3e4bb9f1-952d-4d13-9b2e-21f04a21d71c" providerId="ADAL" clId="{016B307C-4669-4A18-8861-51027F6AFCFB}" dt="2020-02-20T12:43:07.797" v="315" actId="167"/>
          <ac:cxnSpMkLst>
            <pc:docMk/>
            <pc:sldMk cId="722594135" sldId="271"/>
            <ac:cxnSpMk id="205" creationId="{307D3F99-60DD-4CA1-9CFC-92F7D7F13D01}"/>
          </ac:cxnSpMkLst>
        </pc:cxnChg>
        <pc:cxnChg chg="add mod ord">
          <ac:chgData name="Isaac.Suarez@uv.es" userId="3e4bb9f1-952d-4d13-9b2e-21f04a21d71c" providerId="ADAL" clId="{016B307C-4669-4A18-8861-51027F6AFCFB}" dt="2020-02-20T12:43:36.257" v="366" actId="167"/>
          <ac:cxnSpMkLst>
            <pc:docMk/>
            <pc:sldMk cId="722594135" sldId="271"/>
            <ac:cxnSpMk id="207" creationId="{08420C58-E58E-48E9-BC7F-5A4F8B5CCFA4}"/>
          </ac:cxnSpMkLst>
        </pc:cxnChg>
        <pc:cxnChg chg="add mod ord">
          <ac:chgData name="Isaac.Suarez@uv.es" userId="3e4bb9f1-952d-4d13-9b2e-21f04a21d71c" providerId="ADAL" clId="{016B307C-4669-4A18-8861-51027F6AFCFB}" dt="2020-02-20T12:43:36.257" v="366" actId="167"/>
          <ac:cxnSpMkLst>
            <pc:docMk/>
            <pc:sldMk cId="722594135" sldId="271"/>
            <ac:cxnSpMk id="242" creationId="{FDDD95D6-C8D9-44C5-8DB0-BB9AFD55BAB6}"/>
          </ac:cxnSpMkLst>
        </pc:cxnChg>
        <pc:cxnChg chg="add mod ord">
          <ac:chgData name="Isaac.Suarez@uv.es" userId="3e4bb9f1-952d-4d13-9b2e-21f04a21d71c" providerId="ADAL" clId="{016B307C-4669-4A18-8861-51027F6AFCFB}" dt="2020-02-20T12:43:36.257" v="366" actId="167"/>
          <ac:cxnSpMkLst>
            <pc:docMk/>
            <pc:sldMk cId="722594135" sldId="271"/>
            <ac:cxnSpMk id="271" creationId="{AB900857-A9FA-446B-AF81-7ACE3D4B85B4}"/>
          </ac:cxnSpMkLst>
        </pc:cxnChg>
        <pc:cxnChg chg="add mod ord">
          <ac:chgData name="Isaac.Suarez@uv.es" userId="3e4bb9f1-952d-4d13-9b2e-21f04a21d71c" providerId="ADAL" clId="{016B307C-4669-4A18-8861-51027F6AFCFB}" dt="2020-02-20T12:43:36.257" v="366" actId="167"/>
          <ac:cxnSpMkLst>
            <pc:docMk/>
            <pc:sldMk cId="722594135" sldId="271"/>
            <ac:cxnSpMk id="273" creationId="{C8CED24D-6037-4F9E-A5C3-314361120661}"/>
          </ac:cxnSpMkLst>
        </pc:cxnChg>
      </pc:sldChg>
      <pc:sldChg chg="del">
        <pc:chgData name="Isaac.Suarez@uv.es" userId="3e4bb9f1-952d-4d13-9b2e-21f04a21d71c" providerId="ADAL" clId="{016B307C-4669-4A18-8861-51027F6AFCFB}" dt="2020-02-20T12:32:03.054" v="255" actId="47"/>
        <pc:sldMkLst>
          <pc:docMk/>
          <pc:sldMk cId="478182884" sldId="272"/>
        </pc:sldMkLst>
      </pc:sldChg>
      <pc:sldChg chg="modSp">
        <pc:chgData name="Isaac.Suarez@uv.es" userId="3e4bb9f1-952d-4d13-9b2e-21f04a21d71c" providerId="ADAL" clId="{016B307C-4669-4A18-8861-51027F6AFCFB}" dt="2020-02-20T12:52:36.352" v="384" actId="20577"/>
        <pc:sldMkLst>
          <pc:docMk/>
          <pc:sldMk cId="3457045684" sldId="285"/>
        </pc:sldMkLst>
        <pc:spChg chg="mod">
          <ac:chgData name="Isaac.Suarez@uv.es" userId="3e4bb9f1-952d-4d13-9b2e-21f04a21d71c" providerId="ADAL" clId="{016B307C-4669-4A18-8861-51027F6AFCFB}" dt="2020-02-20T12:52:36.352" v="384" actId="20577"/>
          <ac:spMkLst>
            <pc:docMk/>
            <pc:sldMk cId="3457045684" sldId="285"/>
            <ac:spMk id="40" creationId="{00000000-0000-0000-0000-000000000000}"/>
          </ac:spMkLst>
        </pc:spChg>
      </pc:sldChg>
      <pc:sldChg chg="modSp">
        <pc:chgData name="Isaac.Suarez@uv.es" userId="3e4bb9f1-952d-4d13-9b2e-21f04a21d71c" providerId="ADAL" clId="{016B307C-4669-4A18-8861-51027F6AFCFB}" dt="2020-02-27T08:17:23.999" v="456" actId="2711"/>
        <pc:sldMkLst>
          <pc:docMk/>
          <pc:sldMk cId="922069218" sldId="287"/>
        </pc:sldMkLst>
        <pc:spChg chg="mod">
          <ac:chgData name="Isaac.Suarez@uv.es" userId="3e4bb9f1-952d-4d13-9b2e-21f04a21d71c" providerId="ADAL" clId="{016B307C-4669-4A18-8861-51027F6AFCFB}" dt="2020-02-27T08:16:51.244" v="444" actId="1036"/>
          <ac:spMkLst>
            <pc:docMk/>
            <pc:sldMk cId="922069218" sldId="287"/>
            <ac:spMk id="26" creationId="{00000000-0000-0000-0000-000000000000}"/>
          </ac:spMkLst>
        </pc:spChg>
        <pc:spChg chg="mod">
          <ac:chgData name="Isaac.Suarez@uv.es" userId="3e4bb9f1-952d-4d13-9b2e-21f04a21d71c" providerId="ADAL" clId="{016B307C-4669-4A18-8861-51027F6AFCFB}" dt="2020-02-27T08:17:23.999" v="456" actId="2711"/>
          <ac:spMkLst>
            <pc:docMk/>
            <pc:sldMk cId="922069218" sldId="287"/>
            <ac:spMk id="27" creationId="{00000000-0000-0000-0000-000000000000}"/>
          </ac:spMkLst>
        </pc:spChg>
        <pc:spChg chg="mod">
          <ac:chgData name="Isaac.Suarez@uv.es" userId="3e4bb9f1-952d-4d13-9b2e-21f04a21d71c" providerId="ADAL" clId="{016B307C-4669-4A18-8861-51027F6AFCFB}" dt="2020-02-27T08:16:42.069" v="433" actId="1076"/>
          <ac:spMkLst>
            <pc:docMk/>
            <pc:sldMk cId="922069218" sldId="287"/>
            <ac:spMk id="29" creationId="{00000000-0000-0000-0000-000000000000}"/>
          </ac:spMkLst>
        </pc:spChg>
        <pc:spChg chg="mod">
          <ac:chgData name="Isaac.Suarez@uv.es" userId="3e4bb9f1-952d-4d13-9b2e-21f04a21d71c" providerId="ADAL" clId="{016B307C-4669-4A18-8861-51027F6AFCFB}" dt="2020-02-27T08:16:48.212" v="439" actId="1036"/>
          <ac:spMkLst>
            <pc:docMk/>
            <pc:sldMk cId="922069218" sldId="287"/>
            <ac:spMk id="40" creationId="{00000000-0000-0000-0000-000000000000}"/>
          </ac:spMkLst>
        </pc:spChg>
      </pc:sldChg>
      <pc:sldChg chg="modSp">
        <pc:chgData name="Isaac.Suarez@uv.es" userId="3e4bb9f1-952d-4d13-9b2e-21f04a21d71c" providerId="ADAL" clId="{016B307C-4669-4A18-8861-51027F6AFCFB}" dt="2020-02-27T09:12:15.489" v="523" actId="20577"/>
        <pc:sldMkLst>
          <pc:docMk/>
          <pc:sldMk cId="2430986996" sldId="296"/>
        </pc:sldMkLst>
        <pc:graphicFrameChg chg="mod modGraphic">
          <ac:chgData name="Isaac.Suarez@uv.es" userId="3e4bb9f1-952d-4d13-9b2e-21f04a21d71c" providerId="ADAL" clId="{016B307C-4669-4A18-8861-51027F6AFCFB}" dt="2020-02-27T09:12:15.489" v="523" actId="20577"/>
          <ac:graphicFrameMkLst>
            <pc:docMk/>
            <pc:sldMk cId="2430986996" sldId="296"/>
            <ac:graphicFrameMk id="6" creationId="{00000000-0000-0000-0000-000000000000}"/>
          </ac:graphicFrameMkLst>
        </pc:graphicFrameChg>
      </pc:sldChg>
      <pc:sldChg chg="modSp add">
        <pc:chgData name="Isaac.Suarez@uv.es" userId="3e4bb9f1-952d-4d13-9b2e-21f04a21d71c" providerId="ADAL" clId="{016B307C-4669-4A18-8861-51027F6AFCFB}" dt="2020-02-23T15:07:54.344" v="390" actId="207"/>
        <pc:sldMkLst>
          <pc:docMk/>
          <pc:sldMk cId="3417608348" sldId="299"/>
        </pc:sldMkLst>
        <pc:spChg chg="mod">
          <ac:chgData name="Isaac.Suarez@uv.es" userId="3e4bb9f1-952d-4d13-9b2e-21f04a21d71c" providerId="ADAL" clId="{016B307C-4669-4A18-8861-51027F6AFCFB}" dt="2020-02-23T15:07:54.344" v="390" actId="207"/>
          <ac:spMkLst>
            <pc:docMk/>
            <pc:sldMk cId="3417608348" sldId="299"/>
            <ac:spMk id="6" creationId="{00000000-0000-0000-0000-000000000000}"/>
          </ac:spMkLst>
        </pc:spChg>
      </pc:sldChg>
      <pc:sldChg chg="modSp add ord">
        <pc:chgData name="Isaac.Suarez@uv.es" userId="3e4bb9f1-952d-4d13-9b2e-21f04a21d71c" providerId="ADAL" clId="{016B307C-4669-4A18-8861-51027F6AFCFB}" dt="2020-02-23T15:08:23.445" v="394" actId="207"/>
        <pc:sldMkLst>
          <pc:docMk/>
          <pc:sldMk cId="1023501372" sldId="300"/>
        </pc:sldMkLst>
        <pc:spChg chg="mod">
          <ac:chgData name="Isaac.Suarez@uv.es" userId="3e4bb9f1-952d-4d13-9b2e-21f04a21d71c" providerId="ADAL" clId="{016B307C-4669-4A18-8861-51027F6AFCFB}" dt="2020-02-23T15:08:23.445" v="394" actId="207"/>
          <ac:spMkLst>
            <pc:docMk/>
            <pc:sldMk cId="1023501372" sldId="300"/>
            <ac:spMk id="6" creationId="{00000000-0000-0000-0000-000000000000}"/>
          </ac:spMkLst>
        </pc:spChg>
      </pc:sldChg>
      <pc:sldChg chg="modSp add ord">
        <pc:chgData name="Isaac.Suarez@uv.es" userId="3e4bb9f1-952d-4d13-9b2e-21f04a21d71c" providerId="ADAL" clId="{016B307C-4669-4A18-8861-51027F6AFCFB}" dt="2020-02-23T15:08:52.321" v="398" actId="207"/>
        <pc:sldMkLst>
          <pc:docMk/>
          <pc:sldMk cId="2073087034" sldId="301"/>
        </pc:sldMkLst>
        <pc:spChg chg="mod">
          <ac:chgData name="Isaac.Suarez@uv.es" userId="3e4bb9f1-952d-4d13-9b2e-21f04a21d71c" providerId="ADAL" clId="{016B307C-4669-4A18-8861-51027F6AFCFB}" dt="2020-02-23T15:08:52.321" v="398" actId="207"/>
          <ac:spMkLst>
            <pc:docMk/>
            <pc:sldMk cId="2073087034" sldId="301"/>
            <ac:spMk id="6" creationId="{00000000-0000-0000-0000-000000000000}"/>
          </ac:spMkLst>
        </pc:spChg>
      </pc:sldChg>
      <pc:sldChg chg="modSp add ord">
        <pc:chgData name="Isaac.Suarez@uv.es" userId="3e4bb9f1-952d-4d13-9b2e-21f04a21d71c" providerId="ADAL" clId="{016B307C-4669-4A18-8861-51027F6AFCFB}" dt="2020-02-23T15:09:33.884" v="402" actId="207"/>
        <pc:sldMkLst>
          <pc:docMk/>
          <pc:sldMk cId="1412175205" sldId="302"/>
        </pc:sldMkLst>
        <pc:spChg chg="mod">
          <ac:chgData name="Isaac.Suarez@uv.es" userId="3e4bb9f1-952d-4d13-9b2e-21f04a21d71c" providerId="ADAL" clId="{016B307C-4669-4A18-8861-51027F6AFCFB}" dt="2020-02-23T15:09:33.884" v="402" actId="207"/>
          <ac:spMkLst>
            <pc:docMk/>
            <pc:sldMk cId="1412175205" sldId="302"/>
            <ac:spMk id="6" creationId="{00000000-0000-0000-0000-000000000000}"/>
          </ac:spMkLst>
        </pc:spChg>
      </pc:sldChg>
      <pc:sldChg chg="modSp add ord">
        <pc:chgData name="Isaac.Suarez@uv.es" userId="3e4bb9f1-952d-4d13-9b2e-21f04a21d71c" providerId="ADAL" clId="{016B307C-4669-4A18-8861-51027F6AFCFB}" dt="2020-02-23T15:10:01.846" v="406" actId="207"/>
        <pc:sldMkLst>
          <pc:docMk/>
          <pc:sldMk cId="3866052387" sldId="303"/>
        </pc:sldMkLst>
        <pc:spChg chg="mod">
          <ac:chgData name="Isaac.Suarez@uv.es" userId="3e4bb9f1-952d-4d13-9b2e-21f04a21d71c" providerId="ADAL" clId="{016B307C-4669-4A18-8861-51027F6AFCFB}" dt="2020-02-23T15:10:01.846" v="406" actId="207"/>
          <ac:spMkLst>
            <pc:docMk/>
            <pc:sldMk cId="3866052387" sldId="303"/>
            <ac:spMk id="6" creationId="{00000000-0000-0000-0000-000000000000}"/>
          </ac:spMkLst>
        </pc:spChg>
      </pc:sldChg>
      <pc:sldChg chg="modSp add ord">
        <pc:chgData name="Isaac.Suarez@uv.es" userId="3e4bb9f1-952d-4d13-9b2e-21f04a21d71c" providerId="ADAL" clId="{016B307C-4669-4A18-8861-51027F6AFCFB}" dt="2020-02-23T15:10:40.881" v="410" actId="207"/>
        <pc:sldMkLst>
          <pc:docMk/>
          <pc:sldMk cId="2048008298" sldId="304"/>
        </pc:sldMkLst>
        <pc:spChg chg="mod">
          <ac:chgData name="Isaac.Suarez@uv.es" userId="3e4bb9f1-952d-4d13-9b2e-21f04a21d71c" providerId="ADAL" clId="{016B307C-4669-4A18-8861-51027F6AFCFB}" dt="2020-02-23T15:10:40.881" v="410" actId="207"/>
          <ac:spMkLst>
            <pc:docMk/>
            <pc:sldMk cId="2048008298" sldId="304"/>
            <ac:spMk id="6" creationId="{00000000-0000-0000-0000-000000000000}"/>
          </ac:spMkLst>
        </pc:spChg>
      </pc:sldChg>
      <pc:sldChg chg="modSp add ord">
        <pc:chgData name="Isaac.Suarez@uv.es" userId="3e4bb9f1-952d-4d13-9b2e-21f04a21d71c" providerId="ADAL" clId="{016B307C-4669-4A18-8861-51027F6AFCFB}" dt="2020-02-23T15:11:04.178" v="412" actId="207"/>
        <pc:sldMkLst>
          <pc:docMk/>
          <pc:sldMk cId="875031646" sldId="305"/>
        </pc:sldMkLst>
        <pc:spChg chg="mod">
          <ac:chgData name="Isaac.Suarez@uv.es" userId="3e4bb9f1-952d-4d13-9b2e-21f04a21d71c" providerId="ADAL" clId="{016B307C-4669-4A18-8861-51027F6AFCFB}" dt="2020-02-23T15:11:04.178" v="412" actId="207"/>
          <ac:spMkLst>
            <pc:docMk/>
            <pc:sldMk cId="875031646" sldId="305"/>
            <ac:spMk id="6" creationId="{00000000-0000-0000-0000-000000000000}"/>
          </ac:spMkLst>
        </pc:spChg>
      </pc:sldChg>
      <pc:sldChg chg="modSp add ord">
        <pc:chgData name="Isaac.Suarez@uv.es" userId="3e4bb9f1-952d-4d13-9b2e-21f04a21d71c" providerId="ADAL" clId="{016B307C-4669-4A18-8861-51027F6AFCFB}" dt="2020-02-23T15:11:22.351" v="417" actId="207"/>
        <pc:sldMkLst>
          <pc:docMk/>
          <pc:sldMk cId="4126532195" sldId="306"/>
        </pc:sldMkLst>
        <pc:spChg chg="mod">
          <ac:chgData name="Isaac.Suarez@uv.es" userId="3e4bb9f1-952d-4d13-9b2e-21f04a21d71c" providerId="ADAL" clId="{016B307C-4669-4A18-8861-51027F6AFCFB}" dt="2020-02-23T15:11:22.351" v="417" actId="207"/>
          <ac:spMkLst>
            <pc:docMk/>
            <pc:sldMk cId="4126532195" sldId="306"/>
            <ac:spMk id="6" creationId="{00000000-0000-0000-0000-000000000000}"/>
          </ac:spMkLst>
        </pc:spChg>
      </pc:sldChg>
      <pc:sldChg chg="modSp add ord">
        <pc:chgData name="Isaac.Suarez@uv.es" userId="3e4bb9f1-952d-4d13-9b2e-21f04a21d71c" providerId="ADAL" clId="{016B307C-4669-4A18-8861-51027F6AFCFB}" dt="2020-02-23T15:11:41.524" v="422" actId="207"/>
        <pc:sldMkLst>
          <pc:docMk/>
          <pc:sldMk cId="2209814206" sldId="307"/>
        </pc:sldMkLst>
        <pc:spChg chg="mod">
          <ac:chgData name="Isaac.Suarez@uv.es" userId="3e4bb9f1-952d-4d13-9b2e-21f04a21d71c" providerId="ADAL" clId="{016B307C-4669-4A18-8861-51027F6AFCFB}" dt="2020-02-23T15:11:41.524" v="422" actId="207"/>
          <ac:spMkLst>
            <pc:docMk/>
            <pc:sldMk cId="2209814206" sldId="307"/>
            <ac:spMk id="6" creationId="{00000000-0000-0000-0000-000000000000}"/>
          </ac:spMkLst>
        </pc:spChg>
      </pc:sldChg>
    </pc:docChg>
  </pc:docChgLst>
  <pc:docChgLst>
    <pc:chgData name="Alejandro Laguna Sanz" userId="92051962-273e-4f79-a025-120ab1605eec" providerId="ADAL" clId="{78C8AC1C-8B4E-4E23-8FDD-98FD2DEEF671}"/>
    <pc:docChg chg="custSel modSld">
      <pc:chgData name="Alejandro Laguna Sanz" userId="92051962-273e-4f79-a025-120ab1605eec" providerId="ADAL" clId="{78C8AC1C-8B4E-4E23-8FDD-98FD2DEEF671}" dt="2024-02-23T13:26:08.273" v="1" actId="478"/>
      <pc:docMkLst>
        <pc:docMk/>
      </pc:docMkLst>
      <pc:sldChg chg="delSp mod">
        <pc:chgData name="Alejandro Laguna Sanz" userId="92051962-273e-4f79-a025-120ab1605eec" providerId="ADAL" clId="{78C8AC1C-8B4E-4E23-8FDD-98FD2DEEF671}" dt="2024-02-23T13:26:08.273" v="1" actId="478"/>
        <pc:sldMkLst>
          <pc:docMk/>
          <pc:sldMk cId="250151916" sldId="256"/>
        </pc:sldMkLst>
        <pc:spChg chg="del">
          <ac:chgData name="Alejandro Laguna Sanz" userId="92051962-273e-4f79-a025-120ab1605eec" providerId="ADAL" clId="{78C8AC1C-8B4E-4E23-8FDD-98FD2DEEF671}" dt="2024-02-23T13:26:08.273" v="1" actId="478"/>
          <ac:spMkLst>
            <pc:docMk/>
            <pc:sldMk cId="250151916" sldId="256"/>
            <ac:spMk id="5" creationId="{00000000-0000-0000-0000-000000000000}"/>
          </ac:spMkLst>
        </pc:spChg>
      </pc:sldChg>
      <pc:sldChg chg="modSp mod">
        <pc:chgData name="Alejandro Laguna Sanz" userId="92051962-273e-4f79-a025-120ab1605eec" providerId="ADAL" clId="{78C8AC1C-8B4E-4E23-8FDD-98FD2DEEF671}" dt="2024-02-23T13:25:59.403" v="0" actId="20577"/>
        <pc:sldMkLst>
          <pc:docMk/>
          <pc:sldMk cId="722594135" sldId="271"/>
        </pc:sldMkLst>
        <pc:spChg chg="mod">
          <ac:chgData name="Alejandro Laguna Sanz" userId="92051962-273e-4f79-a025-120ab1605eec" providerId="ADAL" clId="{78C8AC1C-8B4E-4E23-8FDD-98FD2DEEF671}" dt="2024-02-23T13:25:59.403" v="0" actId="20577"/>
          <ac:spMkLst>
            <pc:docMk/>
            <pc:sldMk cId="722594135" sldId="271"/>
            <ac:spMk id="75" creationId="{00000000-0000-0000-0000-000000000000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1T10:50:38.67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251 1626 8426,'0'2'84,"0"0"-1,0 0 1,1 0 0,-1 0 0,0 0 0,1 0 0,0 0-1,-1 0 1,1 0 0,0 0 0,0-1 0,0 1 0,0 0-1,0 0 1,0-1 0,0 1 0,1-1 0,-1 1 0,1-1-1,-1 0 1,1 1 0,-1-1 0,1 0 0,0 0 0,-1 0-1,1 0 1,3 0 0,63 23 1481,-40-16-1330,-13-3-191,0-1-1,1-1 0,-1-1 1,1 0-1,0-1 0,-1 0 1,1-1-1,0-1 0,0-1 1,-1 0-1,1-1 0,19-6 0,9-6 100,-2-1-1,0-2 0,40-24 1,-58 27-129,0-1 0,0-1 1,-2 0-1,0-2 0,-1-1 1,-1 0-1,20-28 0,109-172 120,-127 183-130,22-33 97,-3-2 0,46-111 0,-76 155-72,-2 0 1,-1 0-1,-2-1 1,0 0-1,-2 0 0,-1 0 1,-1 0-1,-2-1 1,-1 1-1,-6-43 0,5 57 6,-1 0-1,0 1 0,-1 0 0,0 0 0,-1 0 0,0 0 0,-2 0 0,1 1 1,-2 0-1,0 1 0,0 0 0,-1 0 0,0 0 0,-1 1 0,-1 1 0,-22-18 1,-18-11-105,-110-75 567,135 99-451,0 1 0,-1 1-1,-1 1 1,-47-14 0,48 19-72,-1 0 0,1 2 0,-1 0 0,1 2 0,-1 2 0,0 0 0,0 2 0,0 1 0,0 1 0,0 1 0,1 2 0,0 0 0,0 2 0,-47 21 0,43-14 47,1 1-1,0 1 0,1 2 0,1 0 1,1 2-1,1 2 0,1 0 0,-29 35 1,39-40-30,2 1 1,0 1 0,1 0-1,1 0 1,0 1-1,2 1 1,1 0 0,1 0-1,0 0 1,2 1 0,1 0-1,0 0 1,0 25 0,4 23 3,3-1 0,20 116 1,52 133-29,-74-315 28,53 158-8,-48-147 11,0 0 0,1-1 0,1 0 0,1-1 0,0 1 0,0-2 0,2 1 0,18 17 0,2-13 157,-16-14-41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1T10:50:42.9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146 1550 8058,'5'1'385,"0"1"0,0 0 0,-1 0 0,1 0-1,-1 1 1,1 0 0,-1 0 0,0 0 0,4 4 0,1 0-347,0 0 0,0-1 0,1 0 0,18 7 0,4-5 47,1-1 0,-1-2 0,63 2 0,-76-6-31,21-2 42,0-1 1,1-3-1,55-12 1,-57 9-89,-16 4-1,0-2-1,0 0 1,-1-1-1,0-1 1,-1-2-1,0 0 1,0-1-1,-1-1 0,-1-1 1,0 0-1,34-33 1,36-36 5,74-75 24,-138 128-27,-3 0 1,0-2 0,-2 0-1,-1-1 1,-2-1 0,-1-1-1,-1 0 1,18-70-1,-26 72 47,-2 0-1,-1 0 1,-1-1-1,-2 1 1,-2 0-1,0-1 1,-3 1-1,0 0 1,-2 0-1,-1 0 1,-2 1-1,-1 0 1,-2 1-1,0 0 1,-2 1-1,-2 0 1,-24-35-1,33 55-50,-1-1 0,0 1 0,-1 1 0,0 0 0,0 0 0,0 1 0,-21-13 0,-82-35 67,77 40-53,-7-2-69,-1 3 0,0 1-1,-1 3 1,-83-10 0,97 16 72,-75-16 185,62 10-64,-50-3 1,77 12-197,-1 0 0,0 2 0,0 0-1,1 0 1,-1 2 0,-25 7 0,16-3 18,1 2 0,0 1 0,0 1-1,0 1 1,2 1 0,-35 25 0,46-28 47,0 0 1,0 1-1,1 1 1,1 0-1,0 0 1,1 1-1,0 0 1,1 1-1,0 0 1,1 0-1,0 1 1,-6 22-1,-2 20-43,1 1-1,4 0 0,2 1 0,2 0 0,3 89 1,6-53 40,3 0 1,5 0 0,3 0 0,44 149 0,-51-228 55,0-1 0,1 0 1,1 0-1,0-1 0,1 0 0,14 14 1,14 22-778,-34-44 475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1T10:50:54.29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166 1 5521,'0'12'3520,"12"11"-3639,-5-10 210,0 14 45,-2 0 0,0 0 0,-2 1 0,0 0 0,-2-1 0,-3 32 0,2 21 820,0 18-579,-21 163 0,-38 94 782,52-319-989,-39 152 132,4-23 39,38-121-138,5-37-180,-1 0 1,-1 0-1,1 0 1,-1 0-1,0 0 1,-1 0-1,0-1 0,0 1 1,-5 12-1,-1-20-744,3-5 593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1T10:50:54.62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 0 6729,'-7'13'4938,"8"7"-3360,12 21-1986,-10-33 890,5 17-300,18 48 62,-24-67-198,0-1 0,1 1 0,0-1 0,0 0 0,0 0 0,1 0 0,0 0 0,0-1-1,8 7 1,-11-10-35,0 0 1,1-1-1,-1 1 0,1-1 0,-1 1 0,1-1 0,-1 0 0,1 0 0,-1 0 1,1 1-1,0-1 0,-1-1 0,1 1 0,-1 0 0,1 0 0,-1-1 0,1 1 0,-1 0 1,1-1-1,-1 0 0,0 1 0,1-1 0,-1 0 0,0 0 0,1 0 0,-1 1 1,0-1-1,0-1 0,0 1 0,0 0 0,0 0 0,0 0 0,0 0 0,0-1 0,1-1 1,32-56-117,-29 48 47,5-5-185,0 0 79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1T10:51:13.39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70 1270 5577,'-16'-42'854,"3"-1"-1,2 0 0,1-1 1,3 0-1,-3-50 1,8 47-753,2 1 1,2-1-1,2 0 1,2 1 0,2 0-1,2 1 1,2 0-1,24-58 1,-19 70-24,1 1-1,2 1 1,2 1 0,0 0-1,2 2 1,29-28 0,-29 33-73,1 1 0,0 2 0,2 0 0,0 1 0,37-18 1,-32 23-25,1 2 0,38-9 0,-6 1 58,-24 9 2,1 2 0,0 1 0,0 3-1,0 1 1,0 2 0,83 7 0,-116-4-27,-1 0 0,1 0 1,-1 1-1,1 0 1,-1 1-1,0 0 0,0 0 1,0 1-1,0 0 0,0 0 1,-1 1-1,0 0 1,0 0-1,0 1 0,10 11 1,0 4 74,0 1 0,-2 0 0,22 42 0,14 21 150,-18-37-1268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1T10:51:13.76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 1 5281,'-1'0'247,"1"1"-1,-1-1 1,1 1-1,-1-1 1,1 1-1,-1 0 1,1-1-1,-1 1 1,1-1-1,0 1 1,-1 0-1,1-1 0,0 1 1,-1 0-1,1 0 1,0-1-1,0 1 1,0 0-1,0 0 1,0-1-1,0 1 1,0 1-1,5 23 888,16 19-1470,-20-43 449,0 3-86,1-1 1,0 0-1,1 1 0,-1-1 1,1 0-1,-1 0 0,1 0 0,0-1 1,0 1-1,0-1 0,1 1 1,-1-1-1,0 0 0,1-1 1,-1 1-1,1 0 0,0-1 0,0 0 1,5 1-1,-7-2-7,1 0 0,-1 0 0,0 0 0,1 0 0,-1-1 0,1 0 0,-1 1 0,0-1 0,1 0-1,-1 0 1,0 0 0,0 0 0,0-1 0,0 1 0,0-1 0,0 1 0,0-1 0,0 1 0,0-1 0,-1 0 0,1 0 0,-1 0 0,0 0 0,1 0 0,-1 0 0,0-1 0,0 1 0,0 0 0,0-1 0,-1 1 0,1 0-1,0-4 1,3-13-1145,-2-2 523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1T10:51:25.16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5 587 7658,'-2'-16'817,"0"0"0,1 0 0,3-31-1,0 31-745,0 0-1,1 1 0,0-1 0,2 1 1,0 0-1,0 1 0,2-1 0,-1 1 1,2 0-1,0 0 0,1 1 0,12-15 1,33-37-17,-42 49-42,-1 0 1,2 1-1,0 1 1,1 0 0,0 1-1,1 0 1,1 1-1,0 1 1,23-12 0,-3 8 35,0 2 1,0 1 0,2 3-1,-1 0 1,1 3 0,0 1 0,0 1-1,1 3 1,-1 1 0,1 1-1,-1 3 1,0 1 0,0 1 0,0 3-1,-1 1 1,-1 1 0,1 2-1,50 27 1,-69-29-14,0 1 0,-1 1 0,-1 0 0,0 1 0,0 0 0,18 24 0,73 111 154,-20-26 249,-50-77-325,-3 1-1,55 102 1,-42-68 292,-34-61-357,-1 1 1,-1 0-1,0 0 1,-2 1-1,11 38 1,3 54 25,-14-63-56,2 0 0,27 75 0,-27-91-798,-12-30 585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1T10:51:25.4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8162,'9'15'4766,"-1"14"-4936,-4-11 367,6 14-147,-6-15 163,1-1 0,1 1 0,0-1 1,9 15-1,-14-30-202,-1-1 0,1 1 0,0 0 1,-1-1-1,1 1 0,0-1 0,-1 1 0,1-1 0,0 1 0,0-1 1,-1 0-1,1 1 0,0-1 0,0 0 0,0 0 0,0 0 1,-1 1-1,1-1 0,0 0 0,0 0 0,0 0 0,0 0 0,0 0 1,0 0-1,-1-1 0,1 1 0,0 0 0,0 0 0,0-1 0,-1 1 1,1 0-1,0-1 0,0 1 0,-1-1 0,1 1 0,0-1 0,-1 1 1,1-1-1,0 0 0,-1 1 0,1-1 0,-1 0 0,1 1 0,-1-1 1,1 0-1,-1-1 0,26-34-314,-15 14 190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99E574-76BA-4D98-8F0F-815AB964155D}" type="datetimeFigureOut">
              <a:rPr lang="en-US" smtClean="0"/>
              <a:t>4/14/2024</a:t>
            </a:fld>
            <a:endParaRPr lang="en-U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5F6C05-11A6-4EEE-8D4F-17AE97F9D72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962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F6C05-11A6-4EEE-8D4F-17AE97F9D72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873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F6C05-11A6-4EEE-8D4F-17AE97F9D72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9715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F6C05-11A6-4EEE-8D4F-17AE97F9D72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873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F6C05-11A6-4EEE-8D4F-17AE97F9D72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873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F6C05-11A6-4EEE-8D4F-17AE97F9D72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873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F6C05-11A6-4EEE-8D4F-17AE97F9D72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873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F6C05-11A6-4EEE-8D4F-17AE97F9D72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8688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F6C05-11A6-4EEE-8D4F-17AE97F9D72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873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F6C05-11A6-4EEE-8D4F-17AE97F9D72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873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F6C05-11A6-4EEE-8D4F-17AE97F9D72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873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F6C05-11A6-4EEE-8D4F-17AE97F9D72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873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F6C05-11A6-4EEE-8D4F-17AE97F9D72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5689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F6C05-11A6-4EEE-8D4F-17AE97F9D72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873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F6C05-11A6-4EEE-8D4F-17AE97F9D72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873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F6C05-11A6-4EEE-8D4F-17AE97F9D72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3087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F6C05-11A6-4EEE-8D4F-17AE97F9D72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873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F6C05-11A6-4EEE-8D4F-17AE97F9D72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873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F6C05-11A6-4EEE-8D4F-17AE97F9D72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873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F6C05-11A6-4EEE-8D4F-17AE97F9D72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873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F6C05-11A6-4EEE-8D4F-17AE97F9D72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873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F6C05-11A6-4EEE-8D4F-17AE97F9D72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311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F6C05-11A6-4EEE-8D4F-17AE97F9D72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8734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F6C05-11A6-4EEE-8D4F-17AE97F9D72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873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F6C05-11A6-4EEE-8D4F-17AE97F9D72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873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F6C05-11A6-4EEE-8D4F-17AE97F9D72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873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F6C05-11A6-4EEE-8D4F-17AE97F9D72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07576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F6C05-11A6-4EEE-8D4F-17AE97F9D72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4009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F6C05-11A6-4EEE-8D4F-17AE97F9D72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483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F6C05-11A6-4EEE-8D4F-17AE97F9D72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8734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F6C05-11A6-4EEE-8D4F-17AE97F9D72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8734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F6C05-11A6-4EEE-8D4F-17AE97F9D72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8734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F6C05-11A6-4EEE-8D4F-17AE97F9D72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8734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F6C05-11A6-4EEE-8D4F-17AE97F9D72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71712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F6C05-11A6-4EEE-8D4F-17AE97F9D72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12466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F6C05-11A6-4EEE-8D4F-17AE97F9D728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8734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F6C05-11A6-4EEE-8D4F-17AE97F9D728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8734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F6C05-11A6-4EEE-8D4F-17AE97F9D728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8734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F6C05-11A6-4EEE-8D4F-17AE97F9D728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8734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F6C05-11A6-4EEE-8D4F-17AE97F9D728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8734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F6C05-11A6-4EEE-8D4F-17AE97F9D728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8734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F6C05-11A6-4EEE-8D4F-17AE97F9D728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8734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F6C05-11A6-4EEE-8D4F-17AE97F9D728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8734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F6C05-11A6-4EEE-8D4F-17AE97F9D728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8734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F6C05-11A6-4EEE-8D4F-17AE97F9D728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79604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F6C05-11A6-4EEE-8D4F-17AE97F9D728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8734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F6C05-11A6-4EEE-8D4F-17AE97F9D728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8734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F6C05-11A6-4EEE-8D4F-17AE97F9D728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8734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F6C05-11A6-4EEE-8D4F-17AE97F9D728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8734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F6C05-11A6-4EEE-8D4F-17AE97F9D728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1856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F6C05-11A6-4EEE-8D4F-17AE97F9D728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59976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F6C05-11A6-4EEE-8D4F-17AE97F9D728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8734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F6C05-11A6-4EEE-8D4F-17AE97F9D728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52976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5F6C05-11A6-4EEE-8D4F-17AE97F9D728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87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24890-30F2-4EB1-85AD-E441636E2FBF}" type="datetime1">
              <a:rPr lang="en-US" smtClean="0"/>
              <a:t>4/14/2024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BA2F-E335-4939-99DC-A7E50E5482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750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415BC-8B61-4B15-A398-EFFF7C90C550}" type="datetime1">
              <a:rPr lang="en-US" smtClean="0"/>
              <a:t>4/14/2024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BA2F-E335-4939-99DC-A7E50E5482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466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1767D-CE15-4FD9-A493-39F045178E84}" type="datetime1">
              <a:rPr lang="en-US" smtClean="0"/>
              <a:t>4/14/2024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BA2F-E335-4939-99DC-A7E50E5482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375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A3F95-100B-441E-81A3-0BE10D13E522}" type="datetime1">
              <a:rPr lang="en-US" smtClean="0"/>
              <a:t>4/14/2024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BA2F-E335-4939-99DC-A7E50E5482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523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CA2F9-CEE8-430D-817C-69E642D4B597}" type="datetime1">
              <a:rPr lang="en-US" smtClean="0"/>
              <a:t>4/14/2024</a:t>
            </a:fld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BA2F-E335-4939-99DC-A7E50E5482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18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74D4D-E29B-4356-ACF3-B556209977C9}" type="datetime1">
              <a:rPr lang="en-US" smtClean="0"/>
              <a:t>4/14/2024</a:t>
            </a:fld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BA2F-E335-4939-99DC-A7E50E5482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96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DBCEA-7F7A-41BC-B95F-605E22FCF2C9}" type="datetime1">
              <a:rPr lang="en-US" smtClean="0"/>
              <a:t>4/14/2024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BA2F-E335-4939-99DC-A7E50E5482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723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8C53B-B3D9-4A63-A634-D510D89FB675}" type="datetime1">
              <a:rPr lang="en-US" smtClean="0"/>
              <a:t>4/14/2024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BA2F-E335-4939-99DC-A7E50E5482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634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E82AC-06B5-4153-A47E-F0BB440320F0}" type="datetime1">
              <a:rPr lang="en-US" smtClean="0"/>
              <a:t>4/14/2024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BA2F-E335-4939-99DC-A7E50E5482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498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895C-0E32-4D7E-94C5-9863A5040D55}" type="datetime1">
              <a:rPr lang="en-US" smtClean="0"/>
              <a:t>4/14/2024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BA2F-E335-4939-99DC-A7E50E5482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709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68D0D-7365-451A-AEA1-67638F8276A3}" type="datetime1">
              <a:rPr lang="en-US" smtClean="0"/>
              <a:t>4/14/2024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BA2F-E335-4939-99DC-A7E50E5482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050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0E0F29-3F4C-4FC3-B208-82219A678748}" type="datetime1">
              <a:rPr lang="en-US" smtClean="0"/>
              <a:t>4/14/2024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8BA2F-E335-4939-99DC-A7E50E5482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023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3.png"/><Relationship Id="rId9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4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3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0.png"/><Relationship Id="rId13" Type="http://schemas.openxmlformats.org/officeDocument/2006/relationships/customXml" Target="../ink/ink5.xml"/><Relationship Id="rId18" Type="http://schemas.openxmlformats.org/officeDocument/2006/relationships/image" Target="../media/image53.png"/><Relationship Id="rId3" Type="http://schemas.openxmlformats.org/officeDocument/2006/relationships/image" Target="../media/image3.png"/><Relationship Id="rId7" Type="http://schemas.openxmlformats.org/officeDocument/2006/relationships/customXml" Target="../ink/ink2.xml"/><Relationship Id="rId12" Type="http://schemas.openxmlformats.org/officeDocument/2006/relationships/image" Target="../media/image50.png"/><Relationship Id="rId17" Type="http://schemas.openxmlformats.org/officeDocument/2006/relationships/customXml" Target="../ink/ink7.xml"/><Relationship Id="rId2" Type="http://schemas.openxmlformats.org/officeDocument/2006/relationships/notesSlide" Target="../notesSlides/notesSlide49.xml"/><Relationship Id="rId16" Type="http://schemas.openxmlformats.org/officeDocument/2006/relationships/image" Target="../media/image52.png"/><Relationship Id="rId20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0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5" Type="http://schemas.openxmlformats.org/officeDocument/2006/relationships/customXml" Target="../ink/ink6.xml"/><Relationship Id="rId10" Type="http://schemas.openxmlformats.org/officeDocument/2006/relationships/image" Target="../media/image490.png"/><Relationship Id="rId19" Type="http://schemas.openxmlformats.org/officeDocument/2006/relationships/customXml" Target="../ink/ink8.xml"/><Relationship Id="rId4" Type="http://schemas.openxmlformats.org/officeDocument/2006/relationships/image" Target="../media/image49.png"/><Relationship Id="rId9" Type="http://schemas.openxmlformats.org/officeDocument/2006/relationships/customXml" Target="../ink/ink3.xml"/><Relationship Id="rId14" Type="http://schemas.openxmlformats.org/officeDocument/2006/relationships/image" Target="../media/image5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www.instelsa.es/servicios/telecomunicaciones/i-c-t/que-es-la-ict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18" descr="Image result for logo ingenieros telecomunicacion&quot;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975" y="4622557"/>
            <a:ext cx="1136515" cy="1398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8 Rectángulo"/>
          <p:cNvSpPr/>
          <p:nvPr/>
        </p:nvSpPr>
        <p:spPr>
          <a:xfrm>
            <a:off x="236885" y="1897926"/>
            <a:ext cx="8655595" cy="1099026"/>
          </a:xfrm>
          <a:prstGeom prst="rect">
            <a:avLst/>
          </a:prstGeom>
          <a:solidFill>
            <a:srgbClr val="83A62A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143359" y="1868631"/>
            <a:ext cx="88211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Infraestructuras Comunes de Telecomunicación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2123728" y="4797152"/>
            <a:ext cx="48885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</a:rPr>
              <a:t>Grado en Ingeniería Electrónica de Telecomunicación</a:t>
            </a:r>
          </a:p>
        </p:txBody>
      </p:sp>
      <p:sp>
        <p:nvSpPr>
          <p:cNvPr id="7" name="AutoShape 8" descr="Logo del porta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10" descr="Logo del portal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8" name="Picture 14" descr="https://www.uv.es/fatwireed/userfiles/file/logo_UV_ETSEUV_2lineas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9290" y="44624"/>
            <a:ext cx="5703030" cy="79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CuadroTexto"/>
          <p:cNvSpPr txBox="1"/>
          <p:nvPr/>
        </p:nvSpPr>
        <p:spPr>
          <a:xfrm>
            <a:off x="2699792" y="3140968"/>
            <a:ext cx="3329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</a:rPr>
              <a:t>Gestión de proyectos</a:t>
            </a:r>
          </a:p>
        </p:txBody>
      </p:sp>
      <p:sp>
        <p:nvSpPr>
          <p:cNvPr id="11" name="10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8BA2F-E335-4939-99DC-A7E50E54828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51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Forma en L"/>
          <p:cNvSpPr/>
          <p:nvPr/>
        </p:nvSpPr>
        <p:spPr>
          <a:xfrm rot="5400000">
            <a:off x="1108166" y="-1177835"/>
            <a:ext cx="6891161" cy="9180514"/>
          </a:xfrm>
          <a:prstGeom prst="corner">
            <a:avLst>
              <a:gd name="adj1" fmla="val 9937"/>
              <a:gd name="adj2" fmla="val 10583"/>
            </a:avLst>
          </a:prstGeom>
          <a:gradFill flip="none" rotWithShape="1">
            <a:gsLst>
              <a:gs pos="100000">
                <a:srgbClr val="83A62A"/>
              </a:gs>
              <a:gs pos="0">
                <a:schemeClr val="tx1"/>
              </a:gs>
              <a:gs pos="9000">
                <a:schemeClr val="tx1"/>
              </a:gs>
              <a:gs pos="24000">
                <a:schemeClr val="accent3">
                  <a:lumMod val="50000"/>
                </a:schemeClr>
              </a:gs>
              <a:gs pos="61000">
                <a:srgbClr val="83A62A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innerShdw blurRad="63500" dist="1016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CuadroTexto"/>
          <p:cNvSpPr txBox="1"/>
          <p:nvPr/>
        </p:nvSpPr>
        <p:spPr>
          <a:xfrm>
            <a:off x="3705168" y="-33159"/>
            <a:ext cx="15183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</a:p>
        </p:txBody>
      </p:sp>
      <p:sp>
        <p:nvSpPr>
          <p:cNvPr id="4" name="3 CuadroTexto"/>
          <p:cNvSpPr txBox="1"/>
          <p:nvPr/>
        </p:nvSpPr>
        <p:spPr>
          <a:xfrm>
            <a:off x="755576" y="1052736"/>
            <a:ext cx="83910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u="sng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Infraestructuras Comunes de Telecomunicación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1"/>
            <a:ext cx="713290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1763688" y="1700808"/>
            <a:ext cx="532859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t"/>
            <a:r>
              <a:rPr lang="es-ES_tradnl" sz="2400" dirty="0">
                <a:latin typeface="Arial" panose="020B0604020202020204" pitchFamily="34" charset="0"/>
                <a:cs typeface="Arial" panose="020B0604020202020204" pitchFamily="34" charset="0"/>
              </a:rPr>
              <a:t>5.1. 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Introducción a las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ICTs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5.2. Magnitudes y unidades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5.3. Servicios ofrecidos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5.4. Diseño de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ICTs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5.5. Parámetros de calidad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_tradnl" sz="2400" dirty="0">
                <a:latin typeface="Arial" panose="020B0604020202020204" pitchFamily="34" charset="0"/>
                <a:cs typeface="Arial" panose="020B0604020202020204" pitchFamily="34" charset="0"/>
              </a:rPr>
              <a:t>5.6. 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Componentes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5.7. Ejemplo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5.8. Presentación de la memoria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5.9. Información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6178" y="6309320"/>
            <a:ext cx="370384" cy="365125"/>
          </a:xfrm>
        </p:spPr>
        <p:txBody>
          <a:bodyPr/>
          <a:lstStyle/>
          <a:p>
            <a:fld id="{DAD8BA2F-E335-4939-99DC-A7E50E548284}" type="slidenum">
              <a: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9363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Forma en L"/>
          <p:cNvSpPr/>
          <p:nvPr/>
        </p:nvSpPr>
        <p:spPr>
          <a:xfrm rot="5400000">
            <a:off x="1108166" y="-1177835"/>
            <a:ext cx="6891161" cy="9180514"/>
          </a:xfrm>
          <a:prstGeom prst="corner">
            <a:avLst>
              <a:gd name="adj1" fmla="val 9937"/>
              <a:gd name="adj2" fmla="val 10583"/>
            </a:avLst>
          </a:prstGeom>
          <a:gradFill flip="none" rotWithShape="1">
            <a:gsLst>
              <a:gs pos="100000">
                <a:srgbClr val="83A62A"/>
              </a:gs>
              <a:gs pos="0">
                <a:schemeClr val="tx1"/>
              </a:gs>
              <a:gs pos="9000">
                <a:schemeClr val="tx1"/>
              </a:gs>
              <a:gs pos="24000">
                <a:schemeClr val="accent3">
                  <a:lumMod val="50000"/>
                </a:schemeClr>
              </a:gs>
              <a:gs pos="61000">
                <a:srgbClr val="83A62A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innerShdw blurRad="63500" dist="1016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CuadroTexto"/>
          <p:cNvSpPr txBox="1"/>
          <p:nvPr/>
        </p:nvSpPr>
        <p:spPr>
          <a:xfrm>
            <a:off x="3705168" y="-33159"/>
            <a:ext cx="15183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</a:p>
        </p:txBody>
      </p:sp>
      <p:sp>
        <p:nvSpPr>
          <p:cNvPr id="4" name="3 CuadroTexto"/>
          <p:cNvSpPr txBox="1"/>
          <p:nvPr/>
        </p:nvSpPr>
        <p:spPr>
          <a:xfrm>
            <a:off x="755576" y="1052736"/>
            <a:ext cx="83910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u="sng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Infraestructuras Comunes de Telecomunicación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1"/>
            <a:ext cx="713290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1763688" y="1700808"/>
            <a:ext cx="532859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t"/>
            <a:r>
              <a:rPr lang="es-ES_tradnl" sz="2400" dirty="0">
                <a:latin typeface="Arial" panose="020B0604020202020204" pitchFamily="34" charset="0"/>
                <a:cs typeface="Arial" panose="020B0604020202020204" pitchFamily="34" charset="0"/>
              </a:rPr>
              <a:t>5.1. 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Introducción a las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ICTs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5.2. Magnitudes y unidades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5.3. Servicios ofrecidos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5.4. Diseño de </a:t>
            </a:r>
            <a:r>
              <a:rPr lang="es-ES" sz="24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5.5. Parámetros de calidad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_tradnl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5.6. </a:t>
            </a:r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Componentes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5.7. Ejemplo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5.8. Presentación de la memoria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5.9. Información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6178" y="6309320"/>
            <a:ext cx="370384" cy="365125"/>
          </a:xfrm>
        </p:spPr>
        <p:txBody>
          <a:bodyPr/>
          <a:lstStyle/>
          <a:p>
            <a:fld id="{DAD8BA2F-E335-4939-99DC-A7E50E548284}" type="slidenum">
              <a: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7608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3161" y="247910"/>
            <a:ext cx="3915343" cy="6565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Forma en L"/>
          <p:cNvSpPr/>
          <p:nvPr/>
        </p:nvSpPr>
        <p:spPr>
          <a:xfrm rot="5400000">
            <a:off x="1108166" y="-1177835"/>
            <a:ext cx="6891161" cy="9180514"/>
          </a:xfrm>
          <a:prstGeom prst="corner">
            <a:avLst>
              <a:gd name="adj1" fmla="val 9937"/>
              <a:gd name="adj2" fmla="val 10583"/>
            </a:avLst>
          </a:prstGeom>
          <a:gradFill flip="none" rotWithShape="1">
            <a:gsLst>
              <a:gs pos="100000">
                <a:srgbClr val="83A62A"/>
              </a:gs>
              <a:gs pos="0">
                <a:schemeClr val="tx1"/>
              </a:gs>
              <a:gs pos="9000">
                <a:schemeClr val="tx1"/>
              </a:gs>
              <a:gs pos="24000">
                <a:schemeClr val="accent3">
                  <a:lumMod val="50000"/>
                </a:schemeClr>
              </a:gs>
              <a:gs pos="61000">
                <a:srgbClr val="83A62A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innerShdw blurRad="63500" dist="1016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CuadroTexto"/>
          <p:cNvSpPr txBox="1"/>
          <p:nvPr/>
        </p:nvSpPr>
        <p:spPr>
          <a:xfrm>
            <a:off x="1685939" y="0"/>
            <a:ext cx="61264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5.1. Introducción a las </a:t>
            </a:r>
            <a:r>
              <a:rPr lang="es-ES" sz="3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</a:t>
            </a:r>
            <a:endParaRPr lang="es-ES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1"/>
            <a:ext cx="713290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34062" y="6304235"/>
            <a:ext cx="370384" cy="365125"/>
          </a:xfrm>
        </p:spPr>
        <p:txBody>
          <a:bodyPr/>
          <a:lstStyle/>
          <a:p>
            <a:fld id="{DAD8BA2F-E335-4939-99DC-A7E50E548284}" type="slidenum">
              <a: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uadroTexto 2"/>
          <p:cNvSpPr txBox="1"/>
          <p:nvPr/>
        </p:nvSpPr>
        <p:spPr>
          <a:xfrm>
            <a:off x="683568" y="1412776"/>
            <a:ext cx="479483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7700"/>
              </a:buClr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lang="es-E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Infraestructura Común de Telecomunicaciones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ES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) es la instalación que distribuye el acceso de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servicios de telecomunicaciones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en el interior de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edificaciones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Clr>
                <a:srgbClr val="007700"/>
              </a:buClr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007700"/>
              </a:buClr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Los servicios de telecomunicación engloban:</a:t>
            </a:r>
          </a:p>
          <a:p>
            <a:pPr>
              <a:buClr>
                <a:srgbClr val="007700"/>
              </a:buClr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- Radio y televisión terrestre y satélite</a:t>
            </a:r>
          </a:p>
          <a:p>
            <a:pPr>
              <a:buClr>
                <a:srgbClr val="007700"/>
              </a:buClr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- Telefonía</a:t>
            </a:r>
          </a:p>
          <a:p>
            <a:pPr>
              <a:buClr>
                <a:srgbClr val="007700"/>
              </a:buClr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- Banda ancha</a:t>
            </a:r>
          </a:p>
          <a:p>
            <a:pPr>
              <a:buClr>
                <a:srgbClr val="007700"/>
              </a:buClr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007700"/>
              </a:buClr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ICT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además incluye:</a:t>
            </a:r>
          </a:p>
          <a:p>
            <a:pPr>
              <a:buClr>
                <a:srgbClr val="007700"/>
              </a:buClr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- canalización </a:t>
            </a:r>
          </a:p>
          <a:p>
            <a:pPr>
              <a:buClr>
                <a:srgbClr val="007700"/>
              </a:buClr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- obra civil de los servicios suministrados</a:t>
            </a:r>
          </a:p>
          <a:p>
            <a:pPr>
              <a:buClr>
                <a:srgbClr val="007700"/>
              </a:buClr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- instalación eléctrica necesaria</a:t>
            </a:r>
          </a:p>
          <a:p>
            <a:pPr algn="just">
              <a:buClr>
                <a:srgbClr val="007700"/>
              </a:buClr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rgbClr val="007700"/>
              </a:buClr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Clr>
                <a:srgbClr val="007700"/>
              </a:buClr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9 CuadroTexto"/>
          <p:cNvSpPr txBox="1"/>
          <p:nvPr/>
        </p:nvSpPr>
        <p:spPr>
          <a:xfrm>
            <a:off x="3592585" y="798481"/>
            <a:ext cx="19223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u="sng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Definición</a:t>
            </a:r>
          </a:p>
        </p:txBody>
      </p:sp>
    </p:spTree>
    <p:extLst>
      <p:ext uri="{BB962C8B-B14F-4D97-AF65-F5344CB8AC3E}">
        <p14:creationId xmlns:p14="http://schemas.microsoft.com/office/powerpoint/2010/main" val="1252740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Forma en L"/>
          <p:cNvSpPr/>
          <p:nvPr/>
        </p:nvSpPr>
        <p:spPr>
          <a:xfrm rot="5400000">
            <a:off x="1108166" y="-1177835"/>
            <a:ext cx="6891161" cy="9180514"/>
          </a:xfrm>
          <a:prstGeom prst="corner">
            <a:avLst>
              <a:gd name="adj1" fmla="val 9937"/>
              <a:gd name="adj2" fmla="val 10583"/>
            </a:avLst>
          </a:prstGeom>
          <a:gradFill flip="none" rotWithShape="1">
            <a:gsLst>
              <a:gs pos="100000">
                <a:srgbClr val="83A62A"/>
              </a:gs>
              <a:gs pos="0">
                <a:schemeClr val="tx1"/>
              </a:gs>
              <a:gs pos="9000">
                <a:schemeClr val="tx1"/>
              </a:gs>
              <a:gs pos="24000">
                <a:schemeClr val="accent3">
                  <a:lumMod val="50000"/>
                </a:schemeClr>
              </a:gs>
              <a:gs pos="61000">
                <a:srgbClr val="83A62A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innerShdw blurRad="63500" dist="1016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CuadroTexto"/>
          <p:cNvSpPr txBox="1"/>
          <p:nvPr/>
        </p:nvSpPr>
        <p:spPr>
          <a:xfrm>
            <a:off x="1685939" y="0"/>
            <a:ext cx="61264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5.1. Introducción a las </a:t>
            </a:r>
            <a:r>
              <a:rPr lang="es-ES" sz="3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</a:t>
            </a:r>
            <a:endParaRPr lang="es-ES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1"/>
            <a:ext cx="713290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34062" y="6304235"/>
            <a:ext cx="370384" cy="365125"/>
          </a:xfrm>
        </p:spPr>
        <p:txBody>
          <a:bodyPr/>
          <a:lstStyle/>
          <a:p>
            <a:fld id="{DAD8BA2F-E335-4939-99DC-A7E50E548284}" type="slidenum">
              <a: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9 CuadroTexto"/>
          <p:cNvSpPr txBox="1"/>
          <p:nvPr/>
        </p:nvSpPr>
        <p:spPr>
          <a:xfrm>
            <a:off x="3592585" y="798481"/>
            <a:ext cx="21627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u="sng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Legislación</a:t>
            </a:r>
          </a:p>
        </p:txBody>
      </p:sp>
      <p:sp>
        <p:nvSpPr>
          <p:cNvPr id="4" name="3 Rectángulo"/>
          <p:cNvSpPr/>
          <p:nvPr/>
        </p:nvSpPr>
        <p:spPr>
          <a:xfrm>
            <a:off x="951920" y="1565762"/>
            <a:ext cx="7076463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 Decreto 346/2011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: Reglamento regulador de las infraestructuras comunes de telecomunicaciones</a:t>
            </a: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s-E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Orden ITC/1142/2010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: Reglamento regulador de la actividad de instalación y mantenimiento de equipos y sistemas de telecomunicación. Instalador tipo F </a:t>
            </a:r>
          </a:p>
          <a:p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Orden ITC/1644/2011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: Reglamento regulador de las infraestructuras comunes de telecomunicaciones para el acceso a los servicios de telecomunicación en el interior de las edificaciones, aprobado por el Real Decreto 346/2011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4917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Forma en L"/>
          <p:cNvSpPr/>
          <p:nvPr/>
        </p:nvSpPr>
        <p:spPr>
          <a:xfrm rot="5400000">
            <a:off x="1108166" y="-1177835"/>
            <a:ext cx="6891161" cy="9180514"/>
          </a:xfrm>
          <a:prstGeom prst="corner">
            <a:avLst>
              <a:gd name="adj1" fmla="val 9937"/>
              <a:gd name="adj2" fmla="val 10583"/>
            </a:avLst>
          </a:prstGeom>
          <a:gradFill flip="none" rotWithShape="1">
            <a:gsLst>
              <a:gs pos="100000">
                <a:srgbClr val="83A62A"/>
              </a:gs>
              <a:gs pos="0">
                <a:schemeClr val="tx1"/>
              </a:gs>
              <a:gs pos="9000">
                <a:schemeClr val="tx1"/>
              </a:gs>
              <a:gs pos="24000">
                <a:schemeClr val="accent3">
                  <a:lumMod val="50000"/>
                </a:schemeClr>
              </a:gs>
              <a:gs pos="61000">
                <a:srgbClr val="83A62A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innerShdw blurRad="63500" dist="1016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CuadroTexto"/>
          <p:cNvSpPr txBox="1"/>
          <p:nvPr/>
        </p:nvSpPr>
        <p:spPr>
          <a:xfrm>
            <a:off x="1685939" y="0"/>
            <a:ext cx="61264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5.1. Introducción a las </a:t>
            </a:r>
            <a:r>
              <a:rPr lang="es-ES" sz="3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</a:t>
            </a:r>
            <a:endParaRPr lang="es-ES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1"/>
            <a:ext cx="713290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34062" y="6304235"/>
            <a:ext cx="370384" cy="365125"/>
          </a:xfrm>
        </p:spPr>
        <p:txBody>
          <a:bodyPr/>
          <a:lstStyle/>
          <a:p>
            <a:fld id="{DAD8BA2F-E335-4939-99DC-A7E50E548284}" type="slidenum">
              <a: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9 CuadroTexto"/>
          <p:cNvSpPr txBox="1"/>
          <p:nvPr/>
        </p:nvSpPr>
        <p:spPr>
          <a:xfrm>
            <a:off x="2837385" y="692696"/>
            <a:ext cx="34628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u="sng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Responsabilidades</a:t>
            </a:r>
          </a:p>
        </p:txBody>
      </p:sp>
      <p:sp>
        <p:nvSpPr>
          <p:cNvPr id="4" name="3 Rectángulo"/>
          <p:cNvSpPr/>
          <p:nvPr/>
        </p:nvSpPr>
        <p:spPr>
          <a:xfrm>
            <a:off x="663888" y="1606728"/>
            <a:ext cx="880465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Ingeniero de Telecomunicación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  -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Diseño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del proyecto</a:t>
            </a:r>
          </a:p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  - Gestionar las consultas con los operadores</a:t>
            </a:r>
          </a:p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  -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Redacción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de la memoria</a:t>
            </a:r>
          </a:p>
          <a:p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Empresa instaladora de Telecomunicaciones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  -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Inscrita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en el Registro de Empresas instaladoras de Telecomunicaciones (RD 244/2010)</a:t>
            </a:r>
          </a:p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  -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Formación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(RD 401/203) </a:t>
            </a:r>
          </a:p>
          <a:p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Medios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necesarios requeridos en la orden ITC/1142/2010  </a:t>
            </a:r>
          </a:p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  - Ejecutar la instalación siguiendo el proyecto técnico: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Boletín de Instalación</a:t>
            </a:r>
          </a:p>
          <a:p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- Realizar el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Protocolo de Pruebas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Sección 2, Anexo IV, RD 346/2011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E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Director de obra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  - Redactar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Acta de Replanteo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(validez o modificaciones del proyecto)</a:t>
            </a:r>
          </a:p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  - Expedir el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Certificado de Fin de Obra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1470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ergamino: vertical 23">
            <a:extLst>
              <a:ext uri="{FF2B5EF4-FFF2-40B4-BE49-F238E27FC236}">
                <a16:creationId xmlns:a16="http://schemas.microsoft.com/office/drawing/2014/main" id="{F30F09C3-0EC6-4D08-8396-7329AD9EB762}"/>
              </a:ext>
            </a:extLst>
          </p:cNvPr>
          <p:cNvSpPr/>
          <p:nvPr/>
        </p:nvSpPr>
        <p:spPr>
          <a:xfrm>
            <a:off x="1299587" y="1143908"/>
            <a:ext cx="2558724" cy="683483"/>
          </a:xfrm>
          <a:prstGeom prst="verticalScroll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3" name="52 Rectángulo"/>
          <p:cNvSpPr/>
          <p:nvPr/>
        </p:nvSpPr>
        <p:spPr>
          <a:xfrm>
            <a:off x="799118" y="2939442"/>
            <a:ext cx="6092189" cy="37299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1 Forma en L"/>
          <p:cNvSpPr/>
          <p:nvPr/>
        </p:nvSpPr>
        <p:spPr>
          <a:xfrm rot="5400000">
            <a:off x="1108165" y="-1150454"/>
            <a:ext cx="6891161" cy="9180514"/>
          </a:xfrm>
          <a:prstGeom prst="corner">
            <a:avLst>
              <a:gd name="adj1" fmla="val 9937"/>
              <a:gd name="adj2" fmla="val 10583"/>
            </a:avLst>
          </a:prstGeom>
          <a:gradFill flip="none" rotWithShape="1">
            <a:gsLst>
              <a:gs pos="100000">
                <a:srgbClr val="83A62A"/>
              </a:gs>
              <a:gs pos="0">
                <a:schemeClr val="tx1"/>
              </a:gs>
              <a:gs pos="9000">
                <a:schemeClr val="tx1"/>
              </a:gs>
              <a:gs pos="24000">
                <a:schemeClr val="accent3">
                  <a:lumMod val="50000"/>
                </a:schemeClr>
              </a:gs>
              <a:gs pos="61000">
                <a:srgbClr val="83A62A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innerShdw blurRad="63500" dist="1016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CuadroTexto"/>
          <p:cNvSpPr txBox="1"/>
          <p:nvPr/>
        </p:nvSpPr>
        <p:spPr>
          <a:xfrm>
            <a:off x="1685939" y="0"/>
            <a:ext cx="61264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5.1. Introducción a las </a:t>
            </a:r>
            <a:r>
              <a:rPr lang="es-ES" sz="3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</a:t>
            </a:r>
            <a:endParaRPr lang="es-ES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1"/>
            <a:ext cx="713290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34062" y="6304235"/>
            <a:ext cx="370384" cy="365125"/>
          </a:xfrm>
        </p:spPr>
        <p:txBody>
          <a:bodyPr/>
          <a:lstStyle/>
          <a:p>
            <a:fld id="{DAD8BA2F-E335-4939-99DC-A7E50E548284}" type="slidenum">
              <a: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9 CuadroTexto"/>
          <p:cNvSpPr txBox="1"/>
          <p:nvPr/>
        </p:nvSpPr>
        <p:spPr>
          <a:xfrm>
            <a:off x="2843808" y="620688"/>
            <a:ext cx="42033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u="sng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Documentación y fases</a:t>
            </a:r>
          </a:p>
        </p:txBody>
      </p:sp>
      <p:sp>
        <p:nvSpPr>
          <p:cNvPr id="11" name="10 Rectángulo"/>
          <p:cNvSpPr/>
          <p:nvPr/>
        </p:nvSpPr>
        <p:spPr>
          <a:xfrm>
            <a:off x="1403648" y="2070140"/>
            <a:ext cx="2383802" cy="5760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Verificación </a:t>
            </a:r>
            <a:r>
              <a:rPr lang="es-ES" sz="16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ENAC</a:t>
            </a:r>
            <a:endParaRPr lang="es-ES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7 Conector recto de flecha"/>
          <p:cNvCxnSpPr/>
          <p:nvPr/>
        </p:nvCxnSpPr>
        <p:spPr>
          <a:xfrm flipV="1">
            <a:off x="3793788" y="1527764"/>
            <a:ext cx="1163309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14 Rectángulo"/>
          <p:cNvSpPr/>
          <p:nvPr/>
        </p:nvSpPr>
        <p:spPr>
          <a:xfrm>
            <a:off x="4957097" y="1194729"/>
            <a:ext cx="2808312" cy="57606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Operadores</a:t>
            </a:r>
          </a:p>
        </p:txBody>
      </p:sp>
      <p:sp>
        <p:nvSpPr>
          <p:cNvPr id="16" name="15 Rectángulo"/>
          <p:cNvSpPr/>
          <p:nvPr/>
        </p:nvSpPr>
        <p:spPr>
          <a:xfrm>
            <a:off x="7164288" y="3222268"/>
            <a:ext cx="1152128" cy="57606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REMITC</a:t>
            </a:r>
            <a:endParaRPr lang="es-ES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" name="16 Conector recto de flecha"/>
          <p:cNvCxnSpPr/>
          <p:nvPr/>
        </p:nvCxnSpPr>
        <p:spPr>
          <a:xfrm flipV="1">
            <a:off x="3787450" y="2337843"/>
            <a:ext cx="3966854" cy="0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 de flecha"/>
          <p:cNvCxnSpPr/>
          <p:nvPr/>
        </p:nvCxnSpPr>
        <p:spPr>
          <a:xfrm>
            <a:off x="7740352" y="2337843"/>
            <a:ext cx="0" cy="884425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0 Conector recto de flecha"/>
          <p:cNvCxnSpPr/>
          <p:nvPr/>
        </p:nvCxnSpPr>
        <p:spPr>
          <a:xfrm>
            <a:off x="3799014" y="5051496"/>
            <a:ext cx="340938" cy="0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26 Conector recto de flecha"/>
          <p:cNvCxnSpPr/>
          <p:nvPr/>
        </p:nvCxnSpPr>
        <p:spPr>
          <a:xfrm>
            <a:off x="2483768" y="1782108"/>
            <a:ext cx="0" cy="288000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32 Conector recto de flecha"/>
          <p:cNvCxnSpPr/>
          <p:nvPr/>
        </p:nvCxnSpPr>
        <p:spPr>
          <a:xfrm>
            <a:off x="2447764" y="5929544"/>
            <a:ext cx="756084" cy="0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33 Conector recto de flecha"/>
          <p:cNvCxnSpPr/>
          <p:nvPr/>
        </p:nvCxnSpPr>
        <p:spPr>
          <a:xfrm>
            <a:off x="2472193" y="5353480"/>
            <a:ext cx="0" cy="584448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38 Conector recto de flecha"/>
          <p:cNvCxnSpPr/>
          <p:nvPr/>
        </p:nvCxnSpPr>
        <p:spPr>
          <a:xfrm>
            <a:off x="6028312" y="5915144"/>
            <a:ext cx="1725992" cy="0"/>
          </a:xfrm>
          <a:prstGeom prst="straightConnector1">
            <a:avLst/>
          </a:prstGeom>
          <a:ln w="762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40 Conector recto de flecha"/>
          <p:cNvCxnSpPr/>
          <p:nvPr/>
        </p:nvCxnSpPr>
        <p:spPr>
          <a:xfrm flipV="1">
            <a:off x="7740352" y="3798332"/>
            <a:ext cx="0" cy="2131212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43 Rectángulo"/>
          <p:cNvSpPr/>
          <p:nvPr/>
        </p:nvSpPr>
        <p:spPr>
          <a:xfrm>
            <a:off x="1375181" y="2991730"/>
            <a:ext cx="2412269" cy="5760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Inicio del proyecto</a:t>
            </a:r>
          </a:p>
        </p:txBody>
      </p:sp>
      <p:cxnSp>
        <p:nvCxnSpPr>
          <p:cNvPr id="46" name="45 Conector recto de flecha"/>
          <p:cNvCxnSpPr/>
          <p:nvPr/>
        </p:nvCxnSpPr>
        <p:spPr>
          <a:xfrm>
            <a:off x="2483768" y="2660718"/>
            <a:ext cx="0" cy="288000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46 Conector recto de flecha"/>
          <p:cNvCxnSpPr/>
          <p:nvPr/>
        </p:nvCxnSpPr>
        <p:spPr>
          <a:xfrm>
            <a:off x="2483768" y="3582340"/>
            <a:ext cx="0" cy="288000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48 Conector recto de flecha"/>
          <p:cNvCxnSpPr/>
          <p:nvPr/>
        </p:nvCxnSpPr>
        <p:spPr>
          <a:xfrm>
            <a:off x="2483768" y="4446436"/>
            <a:ext cx="0" cy="288000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49 Conector recto de flecha"/>
          <p:cNvCxnSpPr/>
          <p:nvPr/>
        </p:nvCxnSpPr>
        <p:spPr>
          <a:xfrm>
            <a:off x="5350136" y="5354042"/>
            <a:ext cx="0" cy="288000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59 Rectángulo"/>
          <p:cNvSpPr/>
          <p:nvPr/>
        </p:nvSpPr>
        <p:spPr>
          <a:xfrm>
            <a:off x="6847790" y="5980068"/>
            <a:ext cx="2448272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ENAC</a:t>
            </a:r>
            <a:r>
              <a:rPr lang="es-ES" sz="1000" dirty="0">
                <a:latin typeface="Arial" panose="020B0604020202020204" pitchFamily="34" charset="0"/>
                <a:cs typeface="Arial" panose="020B0604020202020204" pitchFamily="34" charset="0"/>
              </a:rPr>
              <a:t>: ENTIDAD NACIONAL DE ACREDITACIÓN </a:t>
            </a:r>
          </a:p>
          <a:p>
            <a:r>
              <a:rPr lang="es-ES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REMITC</a:t>
            </a:r>
            <a:r>
              <a:rPr lang="es-ES" sz="1000" dirty="0">
                <a:latin typeface="Arial" panose="020B0604020202020204" pitchFamily="34" charset="0"/>
                <a:cs typeface="Arial" panose="020B0604020202020204" pitchFamily="34" charset="0"/>
              </a:rPr>
              <a:t>: REGISTRO </a:t>
            </a:r>
            <a:r>
              <a:rPr lang="es-ES" sz="1000" dirty="0" err="1">
                <a:latin typeface="Arial" panose="020B0604020202020204" pitchFamily="34" charset="0"/>
                <a:cs typeface="Arial" panose="020B0604020202020204" pitchFamily="34" charset="0"/>
              </a:rPr>
              <a:t>ELÉCTRÓNICO</a:t>
            </a:r>
            <a:r>
              <a:rPr lang="es-ES" sz="1000" dirty="0">
                <a:latin typeface="Arial" panose="020B0604020202020204" pitchFamily="34" charset="0"/>
                <a:cs typeface="Arial" panose="020B0604020202020204" pitchFamily="34" charset="0"/>
              </a:rPr>
              <a:t> DEL MINISTERIO DE INDUSTRIA, TURISMO Y COMERCIO </a:t>
            </a:r>
          </a:p>
        </p:txBody>
      </p:sp>
      <p:sp>
        <p:nvSpPr>
          <p:cNvPr id="61" name="60 CuadroTexto"/>
          <p:cNvSpPr txBox="1"/>
          <p:nvPr/>
        </p:nvSpPr>
        <p:spPr>
          <a:xfrm>
            <a:off x="4010374" y="1265841"/>
            <a:ext cx="7056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 días</a:t>
            </a:r>
          </a:p>
        </p:txBody>
      </p:sp>
      <p:sp>
        <p:nvSpPr>
          <p:cNvPr id="64" name="63 CuadroTexto"/>
          <p:cNvSpPr txBox="1"/>
          <p:nvPr/>
        </p:nvSpPr>
        <p:spPr>
          <a:xfrm>
            <a:off x="5162502" y="1999873"/>
            <a:ext cx="7056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 días</a:t>
            </a:r>
          </a:p>
        </p:txBody>
      </p:sp>
      <p:sp>
        <p:nvSpPr>
          <p:cNvPr id="65" name="64 CuadroTexto"/>
          <p:cNvSpPr txBox="1"/>
          <p:nvPr/>
        </p:nvSpPr>
        <p:spPr>
          <a:xfrm rot="16200000">
            <a:off x="-354652" y="4189683"/>
            <a:ext cx="26932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EJECUCIÓN DEL PROYECTO</a:t>
            </a:r>
          </a:p>
        </p:txBody>
      </p:sp>
      <p:sp>
        <p:nvSpPr>
          <p:cNvPr id="62" name="61 CuadroTexto"/>
          <p:cNvSpPr txBox="1"/>
          <p:nvPr/>
        </p:nvSpPr>
        <p:spPr>
          <a:xfrm>
            <a:off x="1429339" y="1550100"/>
            <a:ext cx="22936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Ingeniero de Telecomunicación</a:t>
            </a:r>
          </a:p>
        </p:txBody>
      </p:sp>
      <p:sp>
        <p:nvSpPr>
          <p:cNvPr id="67" name="66 CuadroTexto"/>
          <p:cNvSpPr txBox="1"/>
          <p:nvPr/>
        </p:nvSpPr>
        <p:spPr>
          <a:xfrm>
            <a:off x="1905008" y="3356992"/>
            <a:ext cx="12843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Director de obra</a:t>
            </a:r>
          </a:p>
        </p:txBody>
      </p:sp>
      <p:cxnSp>
        <p:nvCxnSpPr>
          <p:cNvPr id="40" name="16 Conector recto de flecha">
            <a:extLst>
              <a:ext uri="{FF2B5EF4-FFF2-40B4-BE49-F238E27FC236}">
                <a16:creationId xmlns:a16="http://schemas.microsoft.com/office/drawing/2014/main" id="{8E47FCFC-51B2-4C84-B0A1-A91DD1B36923}"/>
              </a:ext>
            </a:extLst>
          </p:cNvPr>
          <p:cNvCxnSpPr>
            <a:cxnSpLocks/>
          </p:cNvCxnSpPr>
          <p:nvPr/>
        </p:nvCxnSpPr>
        <p:spPr>
          <a:xfrm flipV="1">
            <a:off x="3799014" y="4194471"/>
            <a:ext cx="2429170" cy="1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16 Conector recto de flecha">
            <a:extLst>
              <a:ext uri="{FF2B5EF4-FFF2-40B4-BE49-F238E27FC236}">
                <a16:creationId xmlns:a16="http://schemas.microsoft.com/office/drawing/2014/main" id="{EBC0917F-3C55-4B45-AFD9-B81920FF6B89}"/>
              </a:ext>
            </a:extLst>
          </p:cNvPr>
          <p:cNvCxnSpPr>
            <a:cxnSpLocks/>
          </p:cNvCxnSpPr>
          <p:nvPr/>
        </p:nvCxnSpPr>
        <p:spPr>
          <a:xfrm flipV="1">
            <a:off x="6228184" y="3446371"/>
            <a:ext cx="0" cy="779079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18 Conector recto de flecha">
            <a:extLst>
              <a:ext uri="{FF2B5EF4-FFF2-40B4-BE49-F238E27FC236}">
                <a16:creationId xmlns:a16="http://schemas.microsoft.com/office/drawing/2014/main" id="{8933C022-4FBF-4B82-9876-A02B66155431}"/>
              </a:ext>
            </a:extLst>
          </p:cNvPr>
          <p:cNvCxnSpPr>
            <a:cxnSpLocks/>
          </p:cNvCxnSpPr>
          <p:nvPr/>
        </p:nvCxnSpPr>
        <p:spPr>
          <a:xfrm flipV="1">
            <a:off x="6197222" y="3429000"/>
            <a:ext cx="967066" cy="0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63 CuadroTexto">
            <a:extLst>
              <a:ext uri="{FF2B5EF4-FFF2-40B4-BE49-F238E27FC236}">
                <a16:creationId xmlns:a16="http://schemas.microsoft.com/office/drawing/2014/main" id="{6793307D-C9F5-4873-B184-ABF2AA99E2FA}"/>
              </a:ext>
            </a:extLst>
          </p:cNvPr>
          <p:cNvSpPr txBox="1"/>
          <p:nvPr/>
        </p:nvSpPr>
        <p:spPr>
          <a:xfrm>
            <a:off x="5026318" y="3914358"/>
            <a:ext cx="7056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 días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C0925649-C8B3-4894-8F36-B167B01113C4}"/>
              </a:ext>
            </a:extLst>
          </p:cNvPr>
          <p:cNvSpPr/>
          <p:nvPr/>
        </p:nvSpPr>
        <p:spPr>
          <a:xfrm>
            <a:off x="1493036" y="1236840"/>
            <a:ext cx="21082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>
                <a:latin typeface="Arial" panose="020B0604020202020204" pitchFamily="34" charset="0"/>
                <a:cs typeface="Arial" panose="020B0604020202020204" pitchFamily="34" charset="0"/>
              </a:rPr>
              <a:t>Proyecto Técnico</a:t>
            </a:r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Pergamino: vertical 56">
            <a:extLst>
              <a:ext uri="{FF2B5EF4-FFF2-40B4-BE49-F238E27FC236}">
                <a16:creationId xmlns:a16="http://schemas.microsoft.com/office/drawing/2014/main" id="{27495CAF-FF36-438D-BB71-1A78EBAE74B2}"/>
              </a:ext>
            </a:extLst>
          </p:cNvPr>
          <p:cNvSpPr/>
          <p:nvPr/>
        </p:nvSpPr>
        <p:spPr>
          <a:xfrm>
            <a:off x="1293196" y="4724568"/>
            <a:ext cx="2558724" cy="683483"/>
          </a:xfrm>
          <a:prstGeom prst="verticalScroll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22F6F987-618F-423E-A8BC-6135FC1061F5}"/>
              </a:ext>
            </a:extLst>
          </p:cNvPr>
          <p:cNvSpPr/>
          <p:nvPr/>
        </p:nvSpPr>
        <p:spPr>
          <a:xfrm>
            <a:off x="1281985" y="4817500"/>
            <a:ext cx="25699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>
                <a:latin typeface="Arial" panose="020B0604020202020204" pitchFamily="34" charset="0"/>
                <a:cs typeface="Arial" panose="020B0604020202020204" pitchFamily="34" charset="0"/>
              </a:rPr>
              <a:t>Boletín de instalación</a:t>
            </a:r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Pergamino: vertical 53">
            <a:extLst>
              <a:ext uri="{FF2B5EF4-FFF2-40B4-BE49-F238E27FC236}">
                <a16:creationId xmlns:a16="http://schemas.microsoft.com/office/drawing/2014/main" id="{12ADCA76-A211-436D-A174-CA6E134E3FE9}"/>
              </a:ext>
            </a:extLst>
          </p:cNvPr>
          <p:cNvSpPr/>
          <p:nvPr/>
        </p:nvSpPr>
        <p:spPr>
          <a:xfrm>
            <a:off x="1299285" y="3834625"/>
            <a:ext cx="2558724" cy="683483"/>
          </a:xfrm>
          <a:prstGeom prst="verticalScroll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CFEDF45A-883D-4A28-B21F-469CBBAA87BA}"/>
              </a:ext>
            </a:extLst>
          </p:cNvPr>
          <p:cNvSpPr/>
          <p:nvPr/>
        </p:nvSpPr>
        <p:spPr>
          <a:xfrm>
            <a:off x="1486325" y="3927557"/>
            <a:ext cx="21210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>
                <a:latin typeface="Arial" panose="020B0604020202020204" pitchFamily="34" charset="0"/>
                <a:cs typeface="Arial" panose="020B0604020202020204" pitchFamily="34" charset="0"/>
              </a:rPr>
              <a:t>Acta de replanteo</a:t>
            </a:r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67 CuadroTexto"/>
          <p:cNvSpPr txBox="1"/>
          <p:nvPr/>
        </p:nvSpPr>
        <p:spPr>
          <a:xfrm>
            <a:off x="1547664" y="4221650"/>
            <a:ext cx="20714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Director </a:t>
            </a:r>
            <a:r>
              <a:rPr lang="es-ES" sz="120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obra+Propiedad</a:t>
            </a:r>
            <a:endParaRPr lang="es-ES" sz="1200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68 CuadroTexto"/>
          <p:cNvSpPr txBox="1"/>
          <p:nvPr/>
        </p:nvSpPr>
        <p:spPr>
          <a:xfrm>
            <a:off x="1706194" y="5110169"/>
            <a:ext cx="15905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Empresa instaladora</a:t>
            </a:r>
          </a:p>
        </p:txBody>
      </p:sp>
      <p:sp>
        <p:nvSpPr>
          <p:cNvPr id="59" name="Pergamino: vertical 58">
            <a:extLst>
              <a:ext uri="{FF2B5EF4-FFF2-40B4-BE49-F238E27FC236}">
                <a16:creationId xmlns:a16="http://schemas.microsoft.com/office/drawing/2014/main" id="{0C558E85-50E9-4200-A835-82B0DA1D31AF}"/>
              </a:ext>
            </a:extLst>
          </p:cNvPr>
          <p:cNvSpPr/>
          <p:nvPr/>
        </p:nvSpPr>
        <p:spPr>
          <a:xfrm>
            <a:off x="4045469" y="4713172"/>
            <a:ext cx="2953521" cy="683483"/>
          </a:xfrm>
          <a:prstGeom prst="verticalScroll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409B90D3-AC2B-45EE-BFA4-58F3A3C0A26D}"/>
              </a:ext>
            </a:extLst>
          </p:cNvPr>
          <p:cNvSpPr/>
          <p:nvPr/>
        </p:nvSpPr>
        <p:spPr>
          <a:xfrm>
            <a:off x="4031519" y="4806104"/>
            <a:ext cx="2967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>
                <a:latin typeface="Arial" panose="020B0604020202020204" pitchFamily="34" charset="0"/>
                <a:cs typeface="Arial" panose="020B0604020202020204" pitchFamily="34" charset="0"/>
              </a:rPr>
              <a:t>Certificado de fin de obra</a:t>
            </a:r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Pergamino: vertical 65">
            <a:extLst>
              <a:ext uri="{FF2B5EF4-FFF2-40B4-BE49-F238E27FC236}">
                <a16:creationId xmlns:a16="http://schemas.microsoft.com/office/drawing/2014/main" id="{E6E895B6-E5D4-43D7-B450-89205BA21917}"/>
              </a:ext>
            </a:extLst>
          </p:cNvPr>
          <p:cNvSpPr/>
          <p:nvPr/>
        </p:nvSpPr>
        <p:spPr>
          <a:xfrm>
            <a:off x="3121891" y="5603115"/>
            <a:ext cx="2953521" cy="683483"/>
          </a:xfrm>
          <a:prstGeom prst="verticalScroll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0" name="Rectángulo 69">
            <a:extLst>
              <a:ext uri="{FF2B5EF4-FFF2-40B4-BE49-F238E27FC236}">
                <a16:creationId xmlns:a16="http://schemas.microsoft.com/office/drawing/2014/main" id="{4F5F294D-505F-4C0E-9399-15D2FE901C32}"/>
              </a:ext>
            </a:extLst>
          </p:cNvPr>
          <p:cNvSpPr/>
          <p:nvPr/>
        </p:nvSpPr>
        <p:spPr>
          <a:xfrm>
            <a:off x="3486252" y="5696047"/>
            <a:ext cx="2210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>
                <a:latin typeface="Arial" panose="020B0604020202020204" pitchFamily="34" charset="0"/>
                <a:cs typeface="Arial" panose="020B0604020202020204" pitchFamily="34" charset="0"/>
              </a:rPr>
              <a:t>Manual de usuario</a:t>
            </a:r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67 CuadroTexto">
            <a:extLst>
              <a:ext uri="{FF2B5EF4-FFF2-40B4-BE49-F238E27FC236}">
                <a16:creationId xmlns:a16="http://schemas.microsoft.com/office/drawing/2014/main" id="{5D97BF7E-3654-4CCF-9EDD-6874AE2C5F46}"/>
              </a:ext>
            </a:extLst>
          </p:cNvPr>
          <p:cNvSpPr txBox="1"/>
          <p:nvPr/>
        </p:nvSpPr>
        <p:spPr>
          <a:xfrm>
            <a:off x="4761701" y="5096473"/>
            <a:ext cx="12843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Director </a:t>
            </a:r>
            <a:r>
              <a:rPr lang="es-ES" sz="120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obra</a:t>
            </a:r>
            <a:endParaRPr lang="es-ES" sz="1200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72 CuadroTexto"/>
          <p:cNvSpPr txBox="1"/>
          <p:nvPr/>
        </p:nvSpPr>
        <p:spPr>
          <a:xfrm>
            <a:off x="4150541" y="6017807"/>
            <a:ext cx="8819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Propiedad</a:t>
            </a:r>
          </a:p>
        </p:txBody>
      </p:sp>
    </p:spTree>
    <p:extLst>
      <p:ext uri="{BB962C8B-B14F-4D97-AF65-F5344CB8AC3E}">
        <p14:creationId xmlns:p14="http://schemas.microsoft.com/office/powerpoint/2010/main" val="23866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Forma en L"/>
          <p:cNvSpPr/>
          <p:nvPr/>
        </p:nvSpPr>
        <p:spPr>
          <a:xfrm rot="5400000">
            <a:off x="1108166" y="-1177835"/>
            <a:ext cx="6891161" cy="9180514"/>
          </a:xfrm>
          <a:prstGeom prst="corner">
            <a:avLst>
              <a:gd name="adj1" fmla="val 9937"/>
              <a:gd name="adj2" fmla="val 10583"/>
            </a:avLst>
          </a:prstGeom>
          <a:gradFill flip="none" rotWithShape="1">
            <a:gsLst>
              <a:gs pos="100000">
                <a:srgbClr val="83A62A"/>
              </a:gs>
              <a:gs pos="0">
                <a:schemeClr val="tx1"/>
              </a:gs>
              <a:gs pos="9000">
                <a:schemeClr val="tx1"/>
              </a:gs>
              <a:gs pos="24000">
                <a:schemeClr val="accent3">
                  <a:lumMod val="50000"/>
                </a:schemeClr>
              </a:gs>
              <a:gs pos="61000">
                <a:srgbClr val="83A62A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innerShdw blurRad="63500" dist="1016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CuadroTexto"/>
          <p:cNvSpPr txBox="1"/>
          <p:nvPr/>
        </p:nvSpPr>
        <p:spPr>
          <a:xfrm>
            <a:off x="3705168" y="-33159"/>
            <a:ext cx="15183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</a:p>
        </p:txBody>
      </p:sp>
      <p:sp>
        <p:nvSpPr>
          <p:cNvPr id="4" name="3 CuadroTexto"/>
          <p:cNvSpPr txBox="1"/>
          <p:nvPr/>
        </p:nvSpPr>
        <p:spPr>
          <a:xfrm>
            <a:off x="755576" y="1052736"/>
            <a:ext cx="83910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u="sng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Infraestructuras Comunes de Telecomunicación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1"/>
            <a:ext cx="713290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1763688" y="1700808"/>
            <a:ext cx="532859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t"/>
            <a:r>
              <a:rPr lang="es-ES_tradnl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5.1. </a:t>
            </a:r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Introducción a las </a:t>
            </a:r>
            <a:r>
              <a:rPr lang="es-ES" sz="24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5.2. Magnitudes y unidades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5.3. Servicios ofrecidos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5.4. Diseño de </a:t>
            </a:r>
            <a:r>
              <a:rPr lang="es-ES" sz="24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5.5. Parámetros de calidad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_tradnl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5.6. </a:t>
            </a:r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Componentes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5.7. Ejemplo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5.8. Presentación de la memoria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5.9. Información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6178" y="6309320"/>
            <a:ext cx="370384" cy="365125"/>
          </a:xfrm>
        </p:spPr>
        <p:txBody>
          <a:bodyPr/>
          <a:lstStyle/>
          <a:p>
            <a:fld id="{DAD8BA2F-E335-4939-99DC-A7E50E548284}" type="slidenum">
              <a: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501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Forma en L"/>
          <p:cNvSpPr/>
          <p:nvPr/>
        </p:nvSpPr>
        <p:spPr>
          <a:xfrm rot="5400000">
            <a:off x="1108166" y="-1177835"/>
            <a:ext cx="6891161" cy="9180514"/>
          </a:xfrm>
          <a:prstGeom prst="corner">
            <a:avLst>
              <a:gd name="adj1" fmla="val 9937"/>
              <a:gd name="adj2" fmla="val 10583"/>
            </a:avLst>
          </a:prstGeom>
          <a:gradFill flip="none" rotWithShape="1">
            <a:gsLst>
              <a:gs pos="100000">
                <a:srgbClr val="83A62A"/>
              </a:gs>
              <a:gs pos="0">
                <a:schemeClr val="tx1"/>
              </a:gs>
              <a:gs pos="9000">
                <a:schemeClr val="tx1"/>
              </a:gs>
              <a:gs pos="24000">
                <a:schemeClr val="accent3">
                  <a:lumMod val="50000"/>
                </a:schemeClr>
              </a:gs>
              <a:gs pos="61000">
                <a:srgbClr val="83A62A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innerShdw blurRad="63500" dist="1016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CuadroTexto"/>
          <p:cNvSpPr txBox="1"/>
          <p:nvPr/>
        </p:nvSpPr>
        <p:spPr>
          <a:xfrm>
            <a:off x="1763688" y="-33159"/>
            <a:ext cx="5288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Magnitudes y unidades</a:t>
            </a:r>
          </a:p>
        </p:txBody>
      </p:sp>
      <p:sp>
        <p:nvSpPr>
          <p:cNvPr id="4" name="3 CuadroTexto"/>
          <p:cNvSpPr txBox="1"/>
          <p:nvPr/>
        </p:nvSpPr>
        <p:spPr>
          <a:xfrm>
            <a:off x="3410801" y="754938"/>
            <a:ext cx="22413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u="sng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decibelio 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1"/>
            <a:ext cx="713290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668486" y="3735587"/>
            <a:ext cx="928903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t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El </a:t>
            </a:r>
            <a:r>
              <a:rPr lang="es-E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decibelio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): unidad adimensional que se utiliza para relacionar magnitudes:</a:t>
            </a:r>
          </a:p>
          <a:p>
            <a:pPr fontAlgn="t"/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6178" y="6309320"/>
            <a:ext cx="370384" cy="365125"/>
          </a:xfrm>
        </p:spPr>
        <p:txBody>
          <a:bodyPr/>
          <a:lstStyle/>
          <a:p>
            <a:fld id="{DAD8BA2F-E335-4939-99DC-A7E50E548284}" type="slidenum">
              <a: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3491880" y="2204864"/>
            <a:ext cx="2088232" cy="122413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8 Conector recto"/>
          <p:cNvCxnSpPr/>
          <p:nvPr/>
        </p:nvCxnSpPr>
        <p:spPr>
          <a:xfrm>
            <a:off x="2555776" y="2348880"/>
            <a:ext cx="9361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recto"/>
          <p:cNvCxnSpPr/>
          <p:nvPr/>
        </p:nvCxnSpPr>
        <p:spPr>
          <a:xfrm>
            <a:off x="2555776" y="3284984"/>
            <a:ext cx="9361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Conector recto"/>
          <p:cNvCxnSpPr/>
          <p:nvPr/>
        </p:nvCxnSpPr>
        <p:spPr>
          <a:xfrm>
            <a:off x="5580112" y="2348880"/>
            <a:ext cx="9361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"/>
          <p:cNvCxnSpPr/>
          <p:nvPr/>
        </p:nvCxnSpPr>
        <p:spPr>
          <a:xfrm>
            <a:off x="5580112" y="3284984"/>
            <a:ext cx="9361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13 Conector recto de flecha"/>
          <p:cNvCxnSpPr/>
          <p:nvPr/>
        </p:nvCxnSpPr>
        <p:spPr>
          <a:xfrm flipV="1">
            <a:off x="2555776" y="2492896"/>
            <a:ext cx="0" cy="648072"/>
          </a:xfrm>
          <a:prstGeom prst="straightConnector1">
            <a:avLst/>
          </a:prstGeom>
          <a:ln w="381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 de flecha"/>
          <p:cNvCxnSpPr/>
          <p:nvPr/>
        </p:nvCxnSpPr>
        <p:spPr>
          <a:xfrm flipV="1">
            <a:off x="6444208" y="2492896"/>
            <a:ext cx="0" cy="648072"/>
          </a:xfrm>
          <a:prstGeom prst="straightConnector1">
            <a:avLst/>
          </a:prstGeom>
          <a:ln w="381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14 CuadroTexto"/>
          <p:cNvSpPr txBox="1"/>
          <p:nvPr/>
        </p:nvSpPr>
        <p:spPr>
          <a:xfrm>
            <a:off x="2033004" y="2632266"/>
            <a:ext cx="4507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sz="2000" b="1" baseline="-250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2000" b="1" baseline="-25000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18 CuadroTexto"/>
          <p:cNvSpPr txBox="1"/>
          <p:nvPr/>
        </p:nvSpPr>
        <p:spPr>
          <a:xfrm>
            <a:off x="2185404" y="1916832"/>
            <a:ext cx="503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400" b="1" baseline="-250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2400" b="1" baseline="-25000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19 CuadroTexto"/>
          <p:cNvSpPr txBox="1"/>
          <p:nvPr/>
        </p:nvSpPr>
        <p:spPr>
          <a:xfrm>
            <a:off x="6209468" y="1916832"/>
            <a:ext cx="503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400" b="1" baseline="-250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2400" b="1" baseline="-25000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16 CuadroTexto"/>
          <p:cNvSpPr txBox="1"/>
          <p:nvPr/>
        </p:nvSpPr>
        <p:spPr>
          <a:xfrm>
            <a:off x="828953" y="1306173"/>
            <a:ext cx="5425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Cuadripolo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con una función de transferencia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TF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jw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22" name="21 CuadroTexto"/>
          <p:cNvSpPr txBox="1"/>
          <p:nvPr/>
        </p:nvSpPr>
        <p:spPr>
          <a:xfrm>
            <a:off x="6444208" y="2636912"/>
            <a:ext cx="4507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sz="2000" b="1" baseline="-250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2000" b="1" baseline="-25000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22 CuadroTexto"/>
          <p:cNvSpPr txBox="1"/>
          <p:nvPr/>
        </p:nvSpPr>
        <p:spPr>
          <a:xfrm>
            <a:off x="4236143" y="2492896"/>
            <a:ext cx="6238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TF</a:t>
            </a:r>
            <a:endParaRPr lang="en-US" sz="28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24 CuadroTexto"/>
              <p:cNvSpPr txBox="1"/>
              <p:nvPr/>
            </p:nvSpPr>
            <p:spPr>
              <a:xfrm>
                <a:off x="1907704" y="4509120"/>
                <a:ext cx="6015493" cy="9221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b="1" i="1" smtClean="0">
                              <a:latin typeface="Cambria Math"/>
                            </a:rPr>
                            <m:t>𝑻𝑭</m:t>
                          </m:r>
                        </m:e>
                      </m:d>
                      <m:d>
                        <m:dPr>
                          <m:ctrlPr>
                            <a:rPr lang="es-E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b="1" i="1">
                              <a:latin typeface="Cambria Math"/>
                            </a:rPr>
                            <m:t>𝒅𝑩</m:t>
                          </m:r>
                        </m:e>
                      </m:d>
                      <m:r>
                        <a:rPr lang="es-ES" sz="2400" b="1" i="1">
                          <a:latin typeface="Cambria Math"/>
                        </a:rPr>
                        <m:t>=</m:t>
                      </m:r>
                      <m:r>
                        <a:rPr lang="es-ES" sz="2400" b="1" i="1">
                          <a:latin typeface="Cambria Math"/>
                        </a:rPr>
                        <m:t>𝟏𝟎</m:t>
                      </m:r>
                      <m:r>
                        <a:rPr lang="es-ES" sz="2400" b="1" i="1">
                          <a:latin typeface="Cambria Math"/>
                        </a:rPr>
                        <m:t>·</m:t>
                      </m:r>
                      <m:r>
                        <a:rPr lang="es-ES" sz="2400" b="1" i="1">
                          <a:latin typeface="Cambria Math"/>
                        </a:rPr>
                        <m:t>𝒍𝒐𝒈</m:t>
                      </m:r>
                      <m:d>
                        <m:dPr>
                          <m:ctrlPr>
                            <a:rPr lang="es-E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ES" sz="24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E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400" b="1" i="1">
                                      <a:latin typeface="Cambria Math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s-ES" sz="2400" b="1" i="1">
                                      <a:latin typeface="Cambria Math"/>
                                    </a:rPr>
                                    <m:t>𝟐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s-E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400" b="1" i="1">
                                      <a:latin typeface="Cambria Math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s-ES" sz="2400" b="1" i="1">
                                      <a:latin typeface="Cambria Math"/>
                                    </a:rPr>
                                    <m:t>𝟏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s-ES" sz="2400" b="1" i="1">
                          <a:latin typeface="Cambria Math"/>
                        </a:rPr>
                        <m:t>=</m:t>
                      </m:r>
                      <m:r>
                        <a:rPr lang="es-ES" sz="2400" b="1" i="1" smtClean="0">
                          <a:latin typeface="Cambria Math"/>
                        </a:rPr>
                        <m:t>𝟐</m:t>
                      </m:r>
                      <m:r>
                        <a:rPr lang="es-ES" sz="2400" b="1" i="1">
                          <a:latin typeface="Cambria Math"/>
                        </a:rPr>
                        <m:t>𝟎</m:t>
                      </m:r>
                      <m:r>
                        <a:rPr lang="es-ES" sz="2400" b="1" i="1">
                          <a:latin typeface="Cambria Math"/>
                        </a:rPr>
                        <m:t>·</m:t>
                      </m:r>
                      <m:r>
                        <a:rPr lang="es-ES" sz="2400" b="1" i="1">
                          <a:latin typeface="Cambria Math"/>
                        </a:rPr>
                        <m:t>𝒍𝒐𝒈</m:t>
                      </m:r>
                      <m:d>
                        <m:dPr>
                          <m:ctrlPr>
                            <a:rPr lang="es-E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ES" sz="24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E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400" b="1" i="1" smtClean="0">
                                      <a:latin typeface="Cambria Math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s-ES" sz="2400" b="1" i="1">
                                      <a:latin typeface="Cambria Math"/>
                                    </a:rPr>
                                    <m:t>𝟐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s-E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400" b="1" i="1" smtClean="0">
                                      <a:latin typeface="Cambria Math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s-ES" sz="2400" b="1" i="1">
                                      <a:latin typeface="Cambria Math"/>
                                    </a:rPr>
                                    <m:t>𝟏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5" name="24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704" y="4509120"/>
                <a:ext cx="6015493" cy="922176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25 CuadroTexto"/>
              <p:cNvSpPr txBox="1"/>
              <p:nvPr/>
            </p:nvSpPr>
            <p:spPr>
              <a:xfrm>
                <a:off x="5292080" y="5877272"/>
                <a:ext cx="95154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/>
                        </a:rPr>
                        <m:t>𝑃</m:t>
                      </m:r>
                      <m:r>
                        <a:rPr lang="es-ES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b="0" i="1" smtClean="0">
                                  <a:latin typeface="Cambria Math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es-ES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s-ES" b="0" i="1" smtClean="0">
                              <a:latin typeface="Cambria Math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2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080" y="5877272"/>
                <a:ext cx="951543" cy="64633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27 Conector recto de flecha"/>
          <p:cNvCxnSpPr/>
          <p:nvPr/>
        </p:nvCxnSpPr>
        <p:spPr>
          <a:xfrm flipH="1" flipV="1">
            <a:off x="5796135" y="5157192"/>
            <a:ext cx="1" cy="72008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1552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Forma en L"/>
          <p:cNvSpPr/>
          <p:nvPr/>
        </p:nvSpPr>
        <p:spPr>
          <a:xfrm rot="5400000">
            <a:off x="1108166" y="-1177835"/>
            <a:ext cx="6891161" cy="9180514"/>
          </a:xfrm>
          <a:prstGeom prst="corner">
            <a:avLst>
              <a:gd name="adj1" fmla="val 9937"/>
              <a:gd name="adj2" fmla="val 10583"/>
            </a:avLst>
          </a:prstGeom>
          <a:gradFill flip="none" rotWithShape="1">
            <a:gsLst>
              <a:gs pos="100000">
                <a:srgbClr val="83A62A"/>
              </a:gs>
              <a:gs pos="0">
                <a:schemeClr val="tx1"/>
              </a:gs>
              <a:gs pos="9000">
                <a:schemeClr val="tx1"/>
              </a:gs>
              <a:gs pos="24000">
                <a:schemeClr val="accent3">
                  <a:lumMod val="50000"/>
                </a:schemeClr>
              </a:gs>
              <a:gs pos="61000">
                <a:srgbClr val="83A62A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innerShdw blurRad="63500" dist="1016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CuadroTexto"/>
          <p:cNvSpPr txBox="1"/>
          <p:nvPr/>
        </p:nvSpPr>
        <p:spPr>
          <a:xfrm>
            <a:off x="1763688" y="-33159"/>
            <a:ext cx="5288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Magnitudes y unidades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1"/>
            <a:ext cx="713290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6178" y="6309320"/>
            <a:ext cx="451366" cy="365125"/>
          </a:xfrm>
        </p:spPr>
        <p:txBody>
          <a:bodyPr/>
          <a:lstStyle/>
          <a:p>
            <a:fld id="{DAD8BA2F-E335-4939-99DC-A7E50E548284}" type="slidenum">
              <a: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24 CuadroTexto"/>
              <p:cNvSpPr txBox="1"/>
              <p:nvPr/>
            </p:nvSpPr>
            <p:spPr>
              <a:xfrm>
                <a:off x="1619672" y="1340768"/>
                <a:ext cx="6015493" cy="9221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b="1" i="1" smtClean="0">
                              <a:latin typeface="Cambria Math"/>
                            </a:rPr>
                            <m:t>𝑻𝑭</m:t>
                          </m:r>
                        </m:e>
                      </m:d>
                      <m:d>
                        <m:dPr>
                          <m:ctrlPr>
                            <a:rPr lang="es-E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b="1" i="1">
                              <a:latin typeface="Cambria Math"/>
                            </a:rPr>
                            <m:t>𝒅𝑩</m:t>
                          </m:r>
                        </m:e>
                      </m:d>
                      <m:r>
                        <a:rPr lang="es-ES" sz="2400" b="1" i="1">
                          <a:latin typeface="Cambria Math"/>
                        </a:rPr>
                        <m:t>=</m:t>
                      </m:r>
                      <m:r>
                        <a:rPr lang="es-ES" sz="2400" b="1" i="1">
                          <a:latin typeface="Cambria Math"/>
                        </a:rPr>
                        <m:t>𝟏𝟎</m:t>
                      </m:r>
                      <m:r>
                        <a:rPr lang="es-ES" sz="2400" b="1" i="1">
                          <a:latin typeface="Cambria Math"/>
                        </a:rPr>
                        <m:t>·</m:t>
                      </m:r>
                      <m:r>
                        <a:rPr lang="es-ES" sz="2400" b="1" i="1">
                          <a:latin typeface="Cambria Math"/>
                        </a:rPr>
                        <m:t>𝒍𝒐𝒈</m:t>
                      </m:r>
                      <m:d>
                        <m:dPr>
                          <m:ctrlPr>
                            <a:rPr lang="es-E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ES" sz="24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E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400" b="1" i="1">
                                      <a:latin typeface="Cambria Math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s-ES" sz="2400" b="1" i="1">
                                      <a:latin typeface="Cambria Math"/>
                                    </a:rPr>
                                    <m:t>𝟐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s-E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400" b="1" i="1">
                                      <a:latin typeface="Cambria Math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s-ES" sz="2400" b="1" i="1">
                                      <a:latin typeface="Cambria Math"/>
                                    </a:rPr>
                                    <m:t>𝟏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s-ES" sz="2400" b="1" i="1">
                          <a:latin typeface="Cambria Math"/>
                        </a:rPr>
                        <m:t>=</m:t>
                      </m:r>
                      <m:r>
                        <a:rPr lang="es-ES" sz="2400" b="1" i="1" smtClean="0">
                          <a:latin typeface="Cambria Math"/>
                        </a:rPr>
                        <m:t>𝟐</m:t>
                      </m:r>
                      <m:r>
                        <a:rPr lang="es-ES" sz="2400" b="1" i="1">
                          <a:latin typeface="Cambria Math"/>
                        </a:rPr>
                        <m:t>𝟎</m:t>
                      </m:r>
                      <m:r>
                        <a:rPr lang="es-ES" sz="2400" b="1" i="1">
                          <a:latin typeface="Cambria Math"/>
                        </a:rPr>
                        <m:t>·</m:t>
                      </m:r>
                      <m:r>
                        <a:rPr lang="es-ES" sz="2400" b="1" i="1">
                          <a:latin typeface="Cambria Math"/>
                        </a:rPr>
                        <m:t>𝒍𝒐𝒈</m:t>
                      </m:r>
                      <m:d>
                        <m:dPr>
                          <m:ctrlPr>
                            <a:rPr lang="es-E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ES" sz="24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E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400" b="1" i="1" smtClean="0">
                                      <a:latin typeface="Cambria Math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s-ES" sz="2400" b="1" i="1">
                                      <a:latin typeface="Cambria Math"/>
                                    </a:rPr>
                                    <m:t>𝟐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s-E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2400" b="1" i="1" smtClean="0">
                                      <a:latin typeface="Cambria Math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s-ES" sz="2400" b="1" i="1">
                                      <a:latin typeface="Cambria Math"/>
                                    </a:rPr>
                                    <m:t>𝟏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5" name="24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672" y="1340768"/>
                <a:ext cx="6015493" cy="922176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7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13673"/>
              </p:ext>
            </p:extLst>
          </p:nvPr>
        </p:nvGraphicFramePr>
        <p:xfrm>
          <a:off x="827586" y="2676196"/>
          <a:ext cx="799288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60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60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60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60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60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80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9406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6607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6607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6607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400" baseline="-25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400" baseline="-25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baseline="-25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TF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(dB)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7" name="26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719734"/>
              </p:ext>
            </p:extLst>
          </p:nvPr>
        </p:nvGraphicFramePr>
        <p:xfrm>
          <a:off x="827584" y="5351616"/>
          <a:ext cx="7560840" cy="86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45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45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45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44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35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53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33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400" baseline="-25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sz="1400" baseline="-25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baseline="-25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2·10</a:t>
                      </a:r>
                      <a:r>
                        <a:rPr lang="en-US" sz="1600" b="0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5·10</a:t>
                      </a:r>
                      <a:r>
                        <a:rPr lang="en-US" sz="1600" b="0" baseline="30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-4</a:t>
                      </a:r>
                    </a:p>
                    <a:p>
                      <a:endParaRPr lang="en-US" sz="1600" b="0" baseline="30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TF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(dB)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9 CuadroTexto"/>
          <p:cNvSpPr txBox="1"/>
          <p:nvPr/>
        </p:nvSpPr>
        <p:spPr>
          <a:xfrm>
            <a:off x="827584" y="2339588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Ejemplos:</a:t>
            </a:r>
          </a:p>
        </p:txBody>
      </p:sp>
      <p:sp>
        <p:nvSpPr>
          <p:cNvPr id="29" name="28 CuadroTexto"/>
          <p:cNvSpPr txBox="1"/>
          <p:nvPr/>
        </p:nvSpPr>
        <p:spPr>
          <a:xfrm>
            <a:off x="827584" y="4931876"/>
            <a:ext cx="45576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Ejercicios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obtener </a:t>
            </a:r>
            <a:r>
              <a:rPr lang="es-ES" u="sng" dirty="0">
                <a:latin typeface="Arial" panose="020B0604020202020204" pitchFamily="34" charset="0"/>
                <a:cs typeface="Arial" panose="020B0604020202020204" pitchFamily="34" charset="0"/>
              </a:rPr>
              <a:t>sin usar la calculadora</a:t>
            </a:r>
            <a:endParaRPr lang="es-ES" b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17 CuadroTexto"/>
          <p:cNvSpPr txBox="1"/>
          <p:nvPr/>
        </p:nvSpPr>
        <p:spPr>
          <a:xfrm>
            <a:off x="853992" y="3779748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Cálculo inmediato teniendo en cuenta: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20 CuadroTexto"/>
              <p:cNvSpPr txBox="1"/>
              <p:nvPr/>
            </p:nvSpPr>
            <p:spPr>
              <a:xfrm>
                <a:off x="755576" y="4221088"/>
                <a:ext cx="30662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b="0" i="1" smtClean="0">
                                  <a:latin typeface="Cambria Math"/>
                                </a:rPr>
                                <m:t>𝐴</m:t>
                              </m:r>
                              <m:r>
                                <a:rPr lang="es-ES" b="0" i="1" smtClean="0">
                                  <a:latin typeface="Cambria Math"/>
                                </a:rPr>
                                <m:t>·</m:t>
                              </m:r>
                              <m:r>
                                <a:rPr lang="es-ES" b="0" i="1" smtClean="0">
                                  <a:latin typeface="Cambria Math"/>
                                </a:rPr>
                                <m:t>𝐵</m:t>
                              </m:r>
                            </m:e>
                          </m:d>
                        </m:e>
                      </m:func>
                      <m:r>
                        <a:rPr lang="es-ES" b="0" i="1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b="0" i="1" smtClean="0">
                                  <a:latin typeface="Cambria Math"/>
                                </a:rPr>
                                <m:t>𝐴</m:t>
                              </m:r>
                            </m:e>
                          </m:d>
                        </m:e>
                      </m:func>
                      <m:r>
                        <a:rPr lang="es-ES" b="0" i="1" smtClean="0">
                          <a:latin typeface="Cambria Math"/>
                        </a:rPr>
                        <m:t>+</m:t>
                      </m:r>
                      <m:r>
                        <m:rPr>
                          <m:sty m:val="p"/>
                        </m:rPr>
                        <a:rPr lang="es-ES" b="0" i="0" smtClean="0">
                          <a:latin typeface="Cambria Math"/>
                        </a:rPr>
                        <m:t>log</m:t>
                      </m:r>
                      <m:r>
                        <a:rPr lang="es-ES" b="0" i="1" smtClean="0">
                          <a:latin typeface="Cambria Math"/>
                        </a:rPr>
                        <m:t>⁡(</m:t>
                      </m:r>
                      <m:r>
                        <a:rPr lang="es-ES" b="0" i="1" smtClean="0">
                          <a:latin typeface="Cambria Math"/>
                        </a:rPr>
                        <m:t>𝐵</m:t>
                      </m:r>
                      <m:r>
                        <a:rPr lang="es-ES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20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4221088"/>
                <a:ext cx="3066224" cy="369332"/>
              </a:xfrm>
              <a:prstGeom prst="rect">
                <a:avLst/>
              </a:prstGeom>
              <a:blipFill rotWithShape="1"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29 CuadroTexto"/>
              <p:cNvSpPr txBox="1"/>
              <p:nvPr/>
            </p:nvSpPr>
            <p:spPr>
              <a:xfrm>
                <a:off x="3851920" y="4225776"/>
                <a:ext cx="30117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b="0" i="1" smtClean="0">
                                  <a:latin typeface="Cambria Math"/>
                                </a:rPr>
                                <m:t>𝐴</m:t>
                              </m:r>
                              <m:r>
                                <a:rPr lang="es-ES" b="0" i="1" smtClean="0">
                                  <a:latin typeface="Cambria Math"/>
                                </a:rPr>
                                <m:t>/</m:t>
                              </m:r>
                              <m:r>
                                <a:rPr lang="es-ES" b="0" i="1" smtClean="0">
                                  <a:latin typeface="Cambria Math"/>
                                </a:rPr>
                                <m:t>𝐵</m:t>
                              </m:r>
                            </m:e>
                          </m:d>
                        </m:e>
                      </m:func>
                      <m:r>
                        <a:rPr lang="es-ES" b="0" i="1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b="0" i="1" smtClean="0">
                                  <a:latin typeface="Cambria Math"/>
                                </a:rPr>
                                <m:t>𝐴</m:t>
                              </m:r>
                            </m:e>
                          </m:d>
                        </m:e>
                      </m:func>
                      <m:r>
                        <a:rPr lang="es-ES" b="0" i="1" smtClean="0">
                          <a:latin typeface="Cambria Math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s-ES" b="0" i="0" smtClean="0">
                          <a:latin typeface="Cambria Math"/>
                        </a:rPr>
                        <m:t>log</m:t>
                      </m:r>
                      <m:r>
                        <a:rPr lang="es-ES" b="0" i="1" smtClean="0">
                          <a:latin typeface="Cambria Math"/>
                        </a:rPr>
                        <m:t>⁡(</m:t>
                      </m:r>
                      <m:r>
                        <a:rPr lang="es-ES" b="0" i="1" smtClean="0">
                          <a:latin typeface="Cambria Math"/>
                        </a:rPr>
                        <m:t>𝐵</m:t>
                      </m:r>
                      <m:r>
                        <a:rPr lang="es-ES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29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1920" y="4225776"/>
                <a:ext cx="3011722" cy="369332"/>
              </a:xfrm>
              <a:prstGeom prst="rect">
                <a:avLst/>
              </a:prstGeom>
              <a:blipFill rotWithShape="1">
                <a:blip r:embed="rId6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30 CuadroTexto"/>
              <p:cNvSpPr txBox="1"/>
              <p:nvPr/>
            </p:nvSpPr>
            <p:spPr>
              <a:xfrm>
                <a:off x="6799538" y="4221088"/>
                <a:ext cx="22369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b="0" i="1" smtClean="0">
                                      <a:latin typeface="Cambria Math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s-ES" b="0" i="1" smtClean="0">
                                      <a:latin typeface="Cambria Math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s-ES" b="0" i="1" smtClean="0">
                          <a:latin typeface="Cambria Math"/>
                        </a:rPr>
                        <m:t>=</m:t>
                      </m:r>
                      <m:r>
                        <a:rPr lang="es-ES" b="0" i="1" smtClean="0">
                          <a:latin typeface="Cambria Math"/>
                        </a:rPr>
                        <m:t>𝑛</m:t>
                      </m:r>
                      <m:r>
                        <a:rPr lang="es-ES" b="0" i="1" smtClean="0">
                          <a:latin typeface="Cambria Math"/>
                        </a:rPr>
                        <m:t>·</m:t>
                      </m:r>
                      <m:func>
                        <m:func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b="0" i="1" smtClean="0">
                                  <a:latin typeface="Cambria Math"/>
                                </a:rPr>
                                <m:t>𝐴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30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538" y="4221088"/>
                <a:ext cx="2236958" cy="369332"/>
              </a:xfrm>
              <a:prstGeom prst="rect">
                <a:avLst/>
              </a:prstGeom>
              <a:blipFill rotWithShape="1">
                <a:blip r:embed="rId7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32 CuadroTexto"/>
          <p:cNvSpPr txBox="1"/>
          <p:nvPr/>
        </p:nvSpPr>
        <p:spPr>
          <a:xfrm>
            <a:off x="3410801" y="754938"/>
            <a:ext cx="22413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u="sng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decibelio </a:t>
            </a:r>
          </a:p>
        </p:txBody>
      </p:sp>
    </p:spTree>
    <p:extLst>
      <p:ext uri="{BB962C8B-B14F-4D97-AF65-F5344CB8AC3E}">
        <p14:creationId xmlns:p14="http://schemas.microsoft.com/office/powerpoint/2010/main" val="1588195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Forma en L"/>
          <p:cNvSpPr/>
          <p:nvPr/>
        </p:nvSpPr>
        <p:spPr>
          <a:xfrm rot="5400000">
            <a:off x="1108166" y="-1177835"/>
            <a:ext cx="6891161" cy="9180514"/>
          </a:xfrm>
          <a:prstGeom prst="corner">
            <a:avLst>
              <a:gd name="adj1" fmla="val 9937"/>
              <a:gd name="adj2" fmla="val 10583"/>
            </a:avLst>
          </a:prstGeom>
          <a:gradFill flip="none" rotWithShape="1">
            <a:gsLst>
              <a:gs pos="100000">
                <a:srgbClr val="83A62A"/>
              </a:gs>
              <a:gs pos="0">
                <a:schemeClr val="tx1"/>
              </a:gs>
              <a:gs pos="9000">
                <a:schemeClr val="tx1"/>
              </a:gs>
              <a:gs pos="24000">
                <a:schemeClr val="accent3">
                  <a:lumMod val="50000"/>
                </a:schemeClr>
              </a:gs>
              <a:gs pos="61000">
                <a:srgbClr val="83A62A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innerShdw blurRad="63500" dist="1016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CuadroTexto"/>
          <p:cNvSpPr txBox="1"/>
          <p:nvPr/>
        </p:nvSpPr>
        <p:spPr>
          <a:xfrm>
            <a:off x="1763688" y="-33159"/>
            <a:ext cx="5288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Magnitudes y unidades</a:t>
            </a:r>
          </a:p>
        </p:txBody>
      </p:sp>
      <p:sp>
        <p:nvSpPr>
          <p:cNvPr id="4" name="3 CuadroTexto"/>
          <p:cNvSpPr txBox="1"/>
          <p:nvPr/>
        </p:nvSpPr>
        <p:spPr>
          <a:xfrm>
            <a:off x="1417074" y="754938"/>
            <a:ext cx="58192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u="sng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Unidades relacionadas con el dB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1"/>
            <a:ext cx="713290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6178" y="6309320"/>
            <a:ext cx="451366" cy="365125"/>
          </a:xfrm>
        </p:spPr>
        <p:txBody>
          <a:bodyPr/>
          <a:lstStyle/>
          <a:p>
            <a:fld id="{DAD8BA2F-E335-4939-99DC-A7E50E548284}" type="slidenum">
              <a: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24 CuadroTexto"/>
              <p:cNvSpPr txBox="1"/>
              <p:nvPr/>
            </p:nvSpPr>
            <p:spPr>
              <a:xfrm>
                <a:off x="1267339" y="3284984"/>
                <a:ext cx="6852325" cy="7916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s-E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b="1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𝒅𝑩𝒎</m:t>
                          </m:r>
                        </m:e>
                      </m:d>
                      <m:r>
                        <a:rPr lang="es-ES" sz="2400" b="1" i="1">
                          <a:latin typeface="Cambria Math"/>
                        </a:rPr>
                        <m:t>=</m:t>
                      </m:r>
                      <m:r>
                        <a:rPr lang="es-ES" sz="2400" b="1" i="1">
                          <a:latin typeface="Cambria Math"/>
                        </a:rPr>
                        <m:t>𝟏𝟎</m:t>
                      </m:r>
                      <m:r>
                        <a:rPr lang="es-ES" sz="2400" b="1" i="1">
                          <a:latin typeface="Cambria Math"/>
                        </a:rPr>
                        <m:t>·</m:t>
                      </m:r>
                      <m:r>
                        <a:rPr lang="es-ES" sz="2400" b="1" i="1">
                          <a:latin typeface="Cambria Math"/>
                        </a:rPr>
                        <m:t>𝒍𝒐𝒈</m:t>
                      </m:r>
                      <m:d>
                        <m:dPr>
                          <m:ctrlPr>
                            <a:rPr lang="es-E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ES" sz="24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2400" b="1" i="1" smtClean="0">
                                  <a:latin typeface="Cambria Math"/>
                                </a:rPr>
                                <m:t>𝑷</m:t>
                              </m:r>
                            </m:num>
                            <m:den>
                              <m:r>
                                <a:rPr lang="es-ES" sz="2400" b="1" i="1" smtClean="0">
                                  <a:latin typeface="Cambria Math"/>
                                </a:rPr>
                                <m:t>𝟏</m:t>
                              </m:r>
                              <m:r>
                                <a:rPr lang="es-ES" sz="2400" b="1" i="1" smtClean="0">
                                  <a:latin typeface="Cambria Math"/>
                                </a:rPr>
                                <m:t>𝒎𝑾</m:t>
                              </m:r>
                            </m:den>
                          </m:f>
                        </m:e>
                      </m:d>
                      <m:r>
                        <a:rPr lang="es-ES" sz="2400" b="1" i="1">
                          <a:latin typeface="Cambria Math"/>
                        </a:rPr>
                        <m:t>=</m:t>
                      </m:r>
                      <m:r>
                        <a:rPr lang="es-ES" sz="2400" b="1" i="1" smtClean="0">
                          <a:latin typeface="Cambria Math"/>
                        </a:rPr>
                        <m:t>𝟏</m:t>
                      </m:r>
                      <m:r>
                        <a:rPr lang="es-ES" sz="2400" b="1" i="1">
                          <a:latin typeface="Cambria Math"/>
                        </a:rPr>
                        <m:t>𝟎</m:t>
                      </m:r>
                      <m:r>
                        <a:rPr lang="es-ES" sz="2400" b="1" i="1">
                          <a:latin typeface="Cambria Math"/>
                        </a:rPr>
                        <m:t>·</m:t>
                      </m:r>
                      <m:r>
                        <a:rPr lang="es-ES" sz="2400" b="1" i="1">
                          <a:latin typeface="Cambria Math"/>
                        </a:rPr>
                        <m:t>𝒍𝒐𝒈</m:t>
                      </m:r>
                      <m:d>
                        <m:dPr>
                          <m:ctrlPr>
                            <a:rPr lang="es-E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b="1" i="1" smtClean="0">
                              <a:latin typeface="Cambria Math"/>
                            </a:rPr>
                            <m:t>𝑷</m:t>
                          </m:r>
                          <m:r>
                            <a:rPr lang="es-ES" sz="2400" b="1" i="1" smtClean="0">
                              <a:latin typeface="Cambria Math"/>
                            </a:rPr>
                            <m:t>(</m:t>
                          </m:r>
                          <m:r>
                            <a:rPr lang="es-ES" sz="2400" b="1" i="1" smtClean="0">
                              <a:latin typeface="Cambria Math"/>
                            </a:rPr>
                            <m:t>𝒎𝑾</m:t>
                          </m:r>
                          <m:r>
                            <a:rPr lang="es-ES" sz="2400" b="1" i="1" smtClean="0">
                              <a:latin typeface="Cambria Math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5" name="24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339" y="3284984"/>
                <a:ext cx="6852325" cy="791627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15 CuadroTexto"/>
              <p:cNvSpPr txBox="1"/>
              <p:nvPr/>
            </p:nvSpPr>
            <p:spPr>
              <a:xfrm>
                <a:off x="1259632" y="4451040"/>
                <a:ext cx="6590330" cy="9221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latin typeface="Cambria Math"/>
                        </a:rPr>
                        <m:t>𝑽</m:t>
                      </m:r>
                      <m:d>
                        <m:dPr>
                          <m:ctrlPr>
                            <a:rPr lang="es-E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b="1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𝒅𝑩</m:t>
                          </m:r>
                          <m:r>
                            <m:rPr>
                              <m:sty m:val="p"/>
                            </m:rPr>
                            <a:rPr lang="el-GR" sz="2400" b="1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μ</m:t>
                          </m:r>
                          <m:r>
                            <a:rPr lang="es-ES" sz="2400" b="1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𝑽</m:t>
                          </m:r>
                        </m:e>
                      </m:d>
                      <m:r>
                        <a:rPr lang="es-ES" sz="2400" b="1" i="1">
                          <a:latin typeface="Cambria Math"/>
                        </a:rPr>
                        <m:t>=</m:t>
                      </m:r>
                      <m:r>
                        <a:rPr lang="es-ES" sz="2400" b="1" i="1" smtClean="0">
                          <a:latin typeface="Cambria Math"/>
                        </a:rPr>
                        <m:t>𝟐</m:t>
                      </m:r>
                      <m:r>
                        <a:rPr lang="es-ES" sz="2400" b="1" i="1">
                          <a:latin typeface="Cambria Math"/>
                        </a:rPr>
                        <m:t>𝟎</m:t>
                      </m:r>
                      <m:r>
                        <a:rPr lang="es-ES" sz="2400" b="1" i="1">
                          <a:latin typeface="Cambria Math"/>
                        </a:rPr>
                        <m:t>·</m:t>
                      </m:r>
                      <m:r>
                        <a:rPr lang="es-ES" sz="2400" b="1" i="1">
                          <a:latin typeface="Cambria Math"/>
                        </a:rPr>
                        <m:t>𝒍𝒐𝒈</m:t>
                      </m:r>
                      <m:d>
                        <m:dPr>
                          <m:ctrlPr>
                            <a:rPr lang="es-E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ES" sz="24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2400" b="1" i="1" smtClean="0">
                                  <a:latin typeface="Cambria Math"/>
                                </a:rPr>
                                <m:t>𝑽</m:t>
                              </m:r>
                            </m:num>
                            <m:den>
                              <m:r>
                                <a:rPr lang="es-ES" sz="2400" b="1" i="1" smtClean="0">
                                  <a:latin typeface="Cambria Math"/>
                                </a:rPr>
                                <m:t>𝟏</m:t>
                              </m:r>
                              <m:r>
                                <a:rPr lang="es-ES" sz="2400" b="1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l-GR" sz="2400" b="1" i="1" smtClean="0">
                                  <a:latin typeface="Cambria Math"/>
                                </a:rPr>
                                <m:t>μ</m:t>
                              </m:r>
                              <m:r>
                                <a:rPr lang="es-ES" sz="2400" b="1" i="1" smtClean="0">
                                  <a:latin typeface="Cambria Math"/>
                                </a:rPr>
                                <m:t>𝑽</m:t>
                              </m:r>
                            </m:den>
                          </m:f>
                        </m:e>
                      </m:d>
                      <m:r>
                        <a:rPr lang="es-ES" sz="2400" b="1" i="1" smtClean="0">
                          <a:latin typeface="Cambria Math"/>
                        </a:rPr>
                        <m:t>=</m:t>
                      </m:r>
                      <m:r>
                        <a:rPr lang="es-ES" sz="2400" b="1" i="1">
                          <a:latin typeface="Cambria Math"/>
                        </a:rPr>
                        <m:t>𝟐𝟎</m:t>
                      </m:r>
                      <m:r>
                        <a:rPr lang="es-ES" sz="2400" b="1" i="1">
                          <a:latin typeface="Cambria Math"/>
                        </a:rPr>
                        <m:t>·</m:t>
                      </m:r>
                      <m:r>
                        <a:rPr lang="es-ES" sz="2400" b="1" i="1">
                          <a:latin typeface="Cambria Math"/>
                        </a:rPr>
                        <m:t>𝒍𝒐𝒈</m:t>
                      </m:r>
                      <m:d>
                        <m:dPr>
                          <m:ctrlPr>
                            <a:rPr lang="es-E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b="1" i="1" smtClean="0">
                              <a:latin typeface="Cambria Math"/>
                            </a:rPr>
                            <m:t>𝑽</m:t>
                          </m:r>
                          <m:r>
                            <a:rPr lang="es-ES" sz="2400" b="1" i="1" smtClean="0">
                              <a:latin typeface="Cambria Math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l-GR" sz="2400" b="1" i="1" smtClean="0">
                              <a:latin typeface="Cambria Math"/>
                            </a:rPr>
                            <m:t>μ</m:t>
                          </m:r>
                          <m:r>
                            <a:rPr lang="es-ES" sz="2400" b="1" i="1" smtClean="0">
                              <a:latin typeface="Cambria Math"/>
                            </a:rPr>
                            <m:t>𝑽</m:t>
                          </m:r>
                          <m:r>
                            <a:rPr lang="es-ES" sz="2400" b="1" i="1" smtClean="0">
                              <a:latin typeface="Cambria Math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6" name="1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32" y="4451040"/>
                <a:ext cx="6590330" cy="922176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4 CuadroTexto"/>
          <p:cNvSpPr txBox="1"/>
          <p:nvPr/>
        </p:nvSpPr>
        <p:spPr>
          <a:xfrm>
            <a:off x="2051720" y="1700808"/>
            <a:ext cx="13308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dBx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dBxV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cxnSp>
        <p:nvCxnSpPr>
          <p:cNvPr id="11" name="10 Conector recto de flecha"/>
          <p:cNvCxnSpPr>
            <a:stCxn id="5" idx="3"/>
          </p:cNvCxnSpPr>
          <p:nvPr/>
        </p:nvCxnSpPr>
        <p:spPr>
          <a:xfrm flipV="1">
            <a:off x="3382534" y="2116306"/>
            <a:ext cx="1025467" cy="1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11 CuadroTexto"/>
          <p:cNvSpPr txBox="1"/>
          <p:nvPr/>
        </p:nvSpPr>
        <p:spPr>
          <a:xfrm>
            <a:off x="4554797" y="1931640"/>
            <a:ext cx="36615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Relación con x fijo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P1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=x,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V1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=x</a:t>
            </a:r>
          </a:p>
        </p:txBody>
      </p:sp>
      <p:sp>
        <p:nvSpPr>
          <p:cNvPr id="22" name="21 CuadroTexto"/>
          <p:cNvSpPr txBox="1"/>
          <p:nvPr/>
        </p:nvSpPr>
        <p:spPr>
          <a:xfrm>
            <a:off x="969372" y="5373216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Ejemplos</a:t>
            </a:r>
          </a:p>
        </p:txBody>
      </p:sp>
      <p:graphicFrame>
        <p:nvGraphicFramePr>
          <p:cNvPr id="23" name="22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2194638"/>
              </p:ext>
            </p:extLst>
          </p:nvPr>
        </p:nvGraphicFramePr>
        <p:xfrm>
          <a:off x="969371" y="5877272"/>
          <a:ext cx="749106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43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16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mW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r>
                        <a:rPr lang="en-US" sz="16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kW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</a:t>
                      </a:r>
                      <a:r>
                        <a:rPr lang="el-GR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μ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 mV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r>
                        <a:rPr lang="en-US" sz="16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dBm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6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dBm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68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dBm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120</a:t>
                      </a:r>
                      <a:r>
                        <a:rPr lang="en-US" sz="16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dB</a:t>
                      </a:r>
                      <a:r>
                        <a:rPr lang="el-GR" sz="16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μ</a:t>
                      </a:r>
                      <a:r>
                        <a:rPr lang="es-ES" sz="16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 </a:t>
                      </a:r>
                      <a:r>
                        <a:rPr lang="en-US" sz="16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dB</a:t>
                      </a:r>
                      <a:r>
                        <a:rPr lang="el-GR" sz="16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μ</a:t>
                      </a:r>
                      <a:r>
                        <a:rPr lang="es-ES" sz="16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149.5 dB</a:t>
                      </a:r>
                      <a:r>
                        <a:rPr lang="el-GR" sz="16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μ</a:t>
                      </a:r>
                      <a:r>
                        <a:rPr lang="es-ES" sz="1600" b="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4400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Forma en L"/>
          <p:cNvSpPr/>
          <p:nvPr/>
        </p:nvSpPr>
        <p:spPr>
          <a:xfrm rot="5400000">
            <a:off x="1108166" y="-1177835"/>
            <a:ext cx="6891161" cy="9180514"/>
          </a:xfrm>
          <a:prstGeom prst="corner">
            <a:avLst>
              <a:gd name="adj1" fmla="val 9937"/>
              <a:gd name="adj2" fmla="val 10583"/>
            </a:avLst>
          </a:prstGeom>
          <a:gradFill flip="none" rotWithShape="1">
            <a:gsLst>
              <a:gs pos="100000">
                <a:srgbClr val="83A62A"/>
              </a:gs>
              <a:gs pos="0">
                <a:schemeClr val="tx1"/>
              </a:gs>
              <a:gs pos="9000">
                <a:schemeClr val="tx1"/>
              </a:gs>
              <a:gs pos="24000">
                <a:schemeClr val="accent3">
                  <a:lumMod val="50000"/>
                </a:schemeClr>
              </a:gs>
              <a:gs pos="61000">
                <a:srgbClr val="83A62A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innerShdw blurRad="63500" dist="1016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CuadroTexto"/>
          <p:cNvSpPr txBox="1"/>
          <p:nvPr/>
        </p:nvSpPr>
        <p:spPr>
          <a:xfrm>
            <a:off x="1763688" y="-33159"/>
            <a:ext cx="5288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Magnitudes y unidades</a:t>
            </a:r>
          </a:p>
        </p:txBody>
      </p:sp>
      <p:sp>
        <p:nvSpPr>
          <p:cNvPr id="4" name="3 CuadroTexto"/>
          <p:cNvSpPr txBox="1"/>
          <p:nvPr/>
        </p:nvSpPr>
        <p:spPr>
          <a:xfrm>
            <a:off x="2390987" y="754938"/>
            <a:ext cx="43412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u="sng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Relación entre unidades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1"/>
            <a:ext cx="713290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6178" y="6309320"/>
            <a:ext cx="451366" cy="365125"/>
          </a:xfrm>
        </p:spPr>
        <p:txBody>
          <a:bodyPr/>
          <a:lstStyle/>
          <a:p>
            <a:fld id="{DAD8BA2F-E335-4939-99DC-A7E50E548284}" type="slidenum">
              <a: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2005581" y="5301208"/>
            <a:ext cx="595708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dBW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 =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dBm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 -30</a:t>
            </a:r>
          </a:p>
          <a:p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(dB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V) =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(dB</a:t>
            </a:r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μ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) -60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dBm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)=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(dB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V)-30-10log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(R)=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(dB</a:t>
            </a:r>
            <a:r>
              <a:rPr lang="es-ES" sz="2000">
                <a:latin typeface="Arial" panose="020B0604020202020204" pitchFamily="34" charset="0"/>
                <a:cs typeface="Arial" panose="020B0604020202020204" pitchFamily="34" charset="0"/>
              </a:rPr>
              <a:t>µ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V)-48.75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12 CuadroTexto"/>
          <p:cNvSpPr txBox="1"/>
          <p:nvPr/>
        </p:nvSpPr>
        <p:spPr>
          <a:xfrm>
            <a:off x="2051720" y="3284984"/>
            <a:ext cx="479330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4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 =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4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 + X (</a:t>
            </a:r>
            <a:r>
              <a:rPr lang="en-US" sz="24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sz="2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</a:t>
            </a:r>
            <a:r>
              <a:rPr lang="el-GR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μ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 =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sz="2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</a:t>
            </a:r>
            <a:r>
              <a:rPr lang="el-GR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μ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 + X (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</a:t>
            </a:r>
            <a:r>
              <a:rPr lang="el-GR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μ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cxnSp>
        <p:nvCxnSpPr>
          <p:cNvPr id="8" name="7 Conector recto"/>
          <p:cNvCxnSpPr/>
          <p:nvPr/>
        </p:nvCxnSpPr>
        <p:spPr>
          <a:xfrm flipV="1">
            <a:off x="1907704" y="3068960"/>
            <a:ext cx="4587861" cy="1584176"/>
          </a:xfrm>
          <a:prstGeom prst="line">
            <a:avLst/>
          </a:prstGeom>
          <a:ln w="57150"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14 Conector recto"/>
          <p:cNvCxnSpPr/>
          <p:nvPr/>
        </p:nvCxnSpPr>
        <p:spPr>
          <a:xfrm flipH="1" flipV="1">
            <a:off x="2195736" y="3084036"/>
            <a:ext cx="4587861" cy="1584176"/>
          </a:xfrm>
          <a:prstGeom prst="line">
            <a:avLst/>
          </a:prstGeom>
          <a:ln w="57150"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16 CuadroTexto"/>
          <p:cNvSpPr txBox="1"/>
          <p:nvPr/>
        </p:nvSpPr>
        <p:spPr>
          <a:xfrm>
            <a:off x="2204120" y="1853208"/>
            <a:ext cx="444384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4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 =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4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 + X (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sz="2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</a:t>
            </a:r>
            <a:r>
              <a:rPr lang="el-GR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μ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 =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sz="2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</a:t>
            </a:r>
            <a:r>
              <a:rPr lang="el-GR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μ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 + X (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9" name="8 Rectángulo"/>
          <p:cNvSpPr/>
          <p:nvPr/>
        </p:nvSpPr>
        <p:spPr>
          <a:xfrm>
            <a:off x="683568" y="5301208"/>
            <a:ext cx="14157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Demostrar:</a:t>
            </a:r>
            <a:endParaRPr lang="en-US" dirty="0"/>
          </a:p>
        </p:txBody>
      </p:sp>
      <p:sp>
        <p:nvSpPr>
          <p:cNvPr id="6" name="5 CuadroTexto"/>
          <p:cNvSpPr txBox="1"/>
          <p:nvPr/>
        </p:nvSpPr>
        <p:spPr>
          <a:xfrm>
            <a:off x="3304321" y="6457014"/>
            <a:ext cx="4658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R= 75 </a:t>
            </a:r>
            <a:r>
              <a:rPr lang="el-GR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Ω</a:t>
            </a:r>
            <a:r>
              <a:rPr lang="es-E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(terminación redes de distribución)</a:t>
            </a:r>
            <a:endParaRPr lang="en-US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10 Conector recto de flecha"/>
          <p:cNvCxnSpPr/>
          <p:nvPr/>
        </p:nvCxnSpPr>
        <p:spPr>
          <a:xfrm flipV="1">
            <a:off x="5508104" y="6233634"/>
            <a:ext cx="0" cy="29171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34355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Forma en L"/>
          <p:cNvSpPr/>
          <p:nvPr/>
        </p:nvSpPr>
        <p:spPr>
          <a:xfrm rot="5400000">
            <a:off x="1108166" y="-1177835"/>
            <a:ext cx="6891161" cy="9180514"/>
          </a:xfrm>
          <a:prstGeom prst="corner">
            <a:avLst>
              <a:gd name="adj1" fmla="val 9937"/>
              <a:gd name="adj2" fmla="val 10583"/>
            </a:avLst>
          </a:prstGeom>
          <a:gradFill flip="none" rotWithShape="1">
            <a:gsLst>
              <a:gs pos="100000">
                <a:srgbClr val="83A62A"/>
              </a:gs>
              <a:gs pos="0">
                <a:schemeClr val="tx1"/>
              </a:gs>
              <a:gs pos="9000">
                <a:schemeClr val="tx1"/>
              </a:gs>
              <a:gs pos="24000">
                <a:schemeClr val="accent3">
                  <a:lumMod val="50000"/>
                </a:schemeClr>
              </a:gs>
              <a:gs pos="61000">
                <a:srgbClr val="83A62A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innerShdw blurRad="63500" dist="1016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CuadroTexto"/>
          <p:cNvSpPr txBox="1"/>
          <p:nvPr/>
        </p:nvSpPr>
        <p:spPr>
          <a:xfrm>
            <a:off x="3705168" y="-33159"/>
            <a:ext cx="15183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</a:p>
        </p:txBody>
      </p:sp>
      <p:sp>
        <p:nvSpPr>
          <p:cNvPr id="4" name="3 CuadroTexto"/>
          <p:cNvSpPr txBox="1"/>
          <p:nvPr/>
        </p:nvSpPr>
        <p:spPr>
          <a:xfrm>
            <a:off x="755576" y="1052736"/>
            <a:ext cx="83910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u="sng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Infraestructuras Comunes de Telecomunicación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1"/>
            <a:ext cx="713290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1763688" y="1700808"/>
            <a:ext cx="532859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t"/>
            <a:r>
              <a:rPr lang="es-ES_tradnl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5.1. </a:t>
            </a:r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Introducción a las </a:t>
            </a:r>
            <a:r>
              <a:rPr lang="es-ES" sz="24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5.2. Magnitudes y unidades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5.3. Servicios ofrecidos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5.4. Diseño de </a:t>
            </a:r>
            <a:r>
              <a:rPr lang="es-ES" sz="24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5.5. Parámetros de calidad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_tradnl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5.6. </a:t>
            </a:r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Componentes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5.7. Ejemplo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5.8. Presentación de la memoria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5.9. Información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6178" y="6309320"/>
            <a:ext cx="370384" cy="365125"/>
          </a:xfrm>
        </p:spPr>
        <p:txBody>
          <a:bodyPr/>
          <a:lstStyle/>
          <a:p>
            <a:fld id="{DAD8BA2F-E335-4939-99DC-A7E50E548284}" type="slidenum">
              <a: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30870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Forma en L"/>
          <p:cNvSpPr/>
          <p:nvPr/>
        </p:nvSpPr>
        <p:spPr>
          <a:xfrm rot="5400000">
            <a:off x="1108166" y="-1177835"/>
            <a:ext cx="6891161" cy="9180514"/>
          </a:xfrm>
          <a:prstGeom prst="corner">
            <a:avLst>
              <a:gd name="adj1" fmla="val 9937"/>
              <a:gd name="adj2" fmla="val 10583"/>
            </a:avLst>
          </a:prstGeom>
          <a:gradFill flip="none" rotWithShape="1">
            <a:gsLst>
              <a:gs pos="100000">
                <a:srgbClr val="83A62A"/>
              </a:gs>
              <a:gs pos="0">
                <a:schemeClr val="tx1"/>
              </a:gs>
              <a:gs pos="9000">
                <a:schemeClr val="tx1"/>
              </a:gs>
              <a:gs pos="24000">
                <a:schemeClr val="accent3">
                  <a:lumMod val="50000"/>
                </a:schemeClr>
              </a:gs>
              <a:gs pos="61000">
                <a:srgbClr val="83A62A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innerShdw blurRad="63500" dist="1016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CuadroTexto"/>
          <p:cNvSpPr txBox="1"/>
          <p:nvPr/>
        </p:nvSpPr>
        <p:spPr>
          <a:xfrm>
            <a:off x="2267744" y="-33159"/>
            <a:ext cx="44422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Servicios ofrecidos</a:t>
            </a:r>
          </a:p>
        </p:txBody>
      </p:sp>
      <p:sp>
        <p:nvSpPr>
          <p:cNvPr id="4" name="3 CuadroTexto"/>
          <p:cNvSpPr txBox="1"/>
          <p:nvPr/>
        </p:nvSpPr>
        <p:spPr>
          <a:xfrm>
            <a:off x="3025699" y="692696"/>
            <a:ext cx="28424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u="sng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Radiotelevisión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1"/>
            <a:ext cx="713290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6178" y="6309320"/>
            <a:ext cx="451366" cy="365125"/>
          </a:xfrm>
        </p:spPr>
        <p:txBody>
          <a:bodyPr/>
          <a:lstStyle/>
          <a:p>
            <a:fld id="{DAD8BA2F-E335-4939-99DC-A7E50E548284}" type="slidenum">
              <a: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5 Conector recto de flecha"/>
          <p:cNvCxnSpPr/>
          <p:nvPr/>
        </p:nvCxnSpPr>
        <p:spPr>
          <a:xfrm>
            <a:off x="971600" y="3861048"/>
            <a:ext cx="7200800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9 Conector recto de flecha"/>
          <p:cNvCxnSpPr/>
          <p:nvPr/>
        </p:nvCxnSpPr>
        <p:spPr>
          <a:xfrm flipV="1">
            <a:off x="971600" y="1268760"/>
            <a:ext cx="400" cy="2606803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8 CuadroTexto"/>
          <p:cNvSpPr txBox="1"/>
          <p:nvPr/>
        </p:nvSpPr>
        <p:spPr>
          <a:xfrm>
            <a:off x="851475" y="4685074"/>
            <a:ext cx="9252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MHz</a:t>
            </a:r>
          </a:p>
        </p:txBody>
      </p:sp>
      <p:sp>
        <p:nvSpPr>
          <p:cNvPr id="16" name="15 CuadroTexto"/>
          <p:cNvSpPr txBox="1"/>
          <p:nvPr/>
        </p:nvSpPr>
        <p:spPr>
          <a:xfrm>
            <a:off x="1259632" y="3832582"/>
            <a:ext cx="5261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195</a:t>
            </a:r>
          </a:p>
        </p:txBody>
      </p:sp>
      <p:sp>
        <p:nvSpPr>
          <p:cNvPr id="13" name="12 CuadroTexto"/>
          <p:cNvSpPr txBox="1"/>
          <p:nvPr/>
        </p:nvSpPr>
        <p:spPr>
          <a:xfrm>
            <a:off x="8172400" y="3415659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(MHz)</a:t>
            </a:r>
          </a:p>
        </p:txBody>
      </p:sp>
      <p:sp>
        <p:nvSpPr>
          <p:cNvPr id="18" name="17 CuadroTexto"/>
          <p:cNvSpPr txBox="1"/>
          <p:nvPr/>
        </p:nvSpPr>
        <p:spPr>
          <a:xfrm>
            <a:off x="7236296" y="4581128"/>
            <a:ext cx="13532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2150 MHz</a:t>
            </a:r>
          </a:p>
        </p:txBody>
      </p:sp>
      <p:sp>
        <p:nvSpPr>
          <p:cNvPr id="20" name="19 CuadroTexto"/>
          <p:cNvSpPr txBox="1"/>
          <p:nvPr/>
        </p:nvSpPr>
        <p:spPr>
          <a:xfrm>
            <a:off x="712034" y="4106100"/>
            <a:ext cx="583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87.5</a:t>
            </a:r>
          </a:p>
        </p:txBody>
      </p:sp>
      <p:sp>
        <p:nvSpPr>
          <p:cNvPr id="21" name="20 CuadroTexto"/>
          <p:cNvSpPr txBox="1"/>
          <p:nvPr/>
        </p:nvSpPr>
        <p:spPr>
          <a:xfrm>
            <a:off x="1289600" y="4106100"/>
            <a:ext cx="5261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108</a:t>
            </a:r>
          </a:p>
        </p:txBody>
      </p:sp>
      <p:sp>
        <p:nvSpPr>
          <p:cNvPr id="19" name="18 Rectángulo"/>
          <p:cNvSpPr/>
          <p:nvPr/>
        </p:nvSpPr>
        <p:spPr>
          <a:xfrm>
            <a:off x="1259632" y="1686534"/>
            <a:ext cx="72000" cy="2160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21 CuadroTexto"/>
          <p:cNvSpPr txBox="1"/>
          <p:nvPr/>
        </p:nvSpPr>
        <p:spPr>
          <a:xfrm>
            <a:off x="1015142" y="1405057"/>
            <a:ext cx="4812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FM</a:t>
            </a:r>
          </a:p>
        </p:txBody>
      </p:sp>
      <p:sp>
        <p:nvSpPr>
          <p:cNvPr id="24" name="23 Rectángulo"/>
          <p:cNvSpPr/>
          <p:nvPr/>
        </p:nvSpPr>
        <p:spPr>
          <a:xfrm>
            <a:off x="1641174" y="1686856"/>
            <a:ext cx="108000" cy="2160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24 CuadroTexto"/>
          <p:cNvSpPr txBox="1"/>
          <p:nvPr/>
        </p:nvSpPr>
        <p:spPr>
          <a:xfrm>
            <a:off x="1667386" y="3832020"/>
            <a:ext cx="5261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223</a:t>
            </a:r>
          </a:p>
        </p:txBody>
      </p:sp>
      <p:sp>
        <p:nvSpPr>
          <p:cNvPr id="26" name="25 CuadroTexto"/>
          <p:cNvSpPr txBox="1"/>
          <p:nvPr/>
        </p:nvSpPr>
        <p:spPr>
          <a:xfrm>
            <a:off x="1404942" y="1416248"/>
            <a:ext cx="6270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DAB</a:t>
            </a:r>
          </a:p>
        </p:txBody>
      </p:sp>
      <p:sp>
        <p:nvSpPr>
          <p:cNvPr id="27" name="26 Rectángulo"/>
          <p:cNvSpPr/>
          <p:nvPr/>
        </p:nvSpPr>
        <p:spPr>
          <a:xfrm>
            <a:off x="2555776" y="1686534"/>
            <a:ext cx="1296000" cy="2160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27 CuadroTexto"/>
          <p:cNvSpPr txBox="1"/>
          <p:nvPr/>
        </p:nvSpPr>
        <p:spPr>
          <a:xfrm>
            <a:off x="2891367" y="1340265"/>
            <a:ext cx="5822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TDT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28 CuadroTexto"/>
          <p:cNvSpPr txBox="1"/>
          <p:nvPr/>
        </p:nvSpPr>
        <p:spPr>
          <a:xfrm>
            <a:off x="2289236" y="3853506"/>
            <a:ext cx="5261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470</a:t>
            </a:r>
          </a:p>
        </p:txBody>
      </p:sp>
      <p:sp>
        <p:nvSpPr>
          <p:cNvPr id="30" name="29 CuadroTexto"/>
          <p:cNvSpPr txBox="1"/>
          <p:nvPr/>
        </p:nvSpPr>
        <p:spPr>
          <a:xfrm>
            <a:off x="3534860" y="3825040"/>
            <a:ext cx="5261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862</a:t>
            </a:r>
          </a:p>
        </p:txBody>
      </p:sp>
      <p:cxnSp>
        <p:nvCxnSpPr>
          <p:cNvPr id="37" name="36 Conector recto"/>
          <p:cNvCxnSpPr/>
          <p:nvPr/>
        </p:nvCxnSpPr>
        <p:spPr>
          <a:xfrm flipH="1">
            <a:off x="1183853" y="3846534"/>
            <a:ext cx="68237" cy="324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50 Rectángulo"/>
          <p:cNvSpPr/>
          <p:nvPr/>
        </p:nvSpPr>
        <p:spPr>
          <a:xfrm>
            <a:off x="4053869" y="1686534"/>
            <a:ext cx="3949535" cy="2160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53 CuadroTexto"/>
          <p:cNvSpPr txBox="1"/>
          <p:nvPr/>
        </p:nvSpPr>
        <p:spPr>
          <a:xfrm>
            <a:off x="3959372" y="3838992"/>
            <a:ext cx="5261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950</a:t>
            </a:r>
          </a:p>
        </p:txBody>
      </p:sp>
      <p:sp>
        <p:nvSpPr>
          <p:cNvPr id="55" name="54 CuadroTexto"/>
          <p:cNvSpPr txBox="1"/>
          <p:nvPr/>
        </p:nvSpPr>
        <p:spPr>
          <a:xfrm flipH="1">
            <a:off x="7618386" y="3861048"/>
            <a:ext cx="770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2150</a:t>
            </a:r>
          </a:p>
        </p:txBody>
      </p:sp>
      <p:cxnSp>
        <p:nvCxnSpPr>
          <p:cNvPr id="57" name="56 Conector recto"/>
          <p:cNvCxnSpPr/>
          <p:nvPr/>
        </p:nvCxnSpPr>
        <p:spPr>
          <a:xfrm>
            <a:off x="1336253" y="3861048"/>
            <a:ext cx="68237" cy="324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57 CuadroTexto"/>
          <p:cNvSpPr txBox="1"/>
          <p:nvPr/>
        </p:nvSpPr>
        <p:spPr>
          <a:xfrm>
            <a:off x="5456565" y="1340768"/>
            <a:ext cx="9156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Satélite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9" name="58 Conector recto de flecha"/>
          <p:cNvCxnSpPr/>
          <p:nvPr/>
        </p:nvCxnSpPr>
        <p:spPr>
          <a:xfrm>
            <a:off x="971600" y="4581128"/>
            <a:ext cx="7157431" cy="0"/>
          </a:xfrm>
          <a:prstGeom prst="straightConnector1">
            <a:avLst/>
          </a:prstGeom>
          <a:ln w="57150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61 CuadroTexto"/>
          <p:cNvSpPr txBox="1"/>
          <p:nvPr/>
        </p:nvSpPr>
        <p:spPr>
          <a:xfrm>
            <a:off x="3550142" y="4581128"/>
            <a:ext cx="2287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Canal descendente</a:t>
            </a:r>
          </a:p>
        </p:txBody>
      </p:sp>
      <p:sp>
        <p:nvSpPr>
          <p:cNvPr id="63" name="62 CuadroTexto"/>
          <p:cNvSpPr txBox="1"/>
          <p:nvPr/>
        </p:nvSpPr>
        <p:spPr>
          <a:xfrm>
            <a:off x="683568" y="5618268"/>
            <a:ext cx="9252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MHz</a:t>
            </a:r>
          </a:p>
        </p:txBody>
      </p:sp>
      <p:sp>
        <p:nvSpPr>
          <p:cNvPr id="64" name="63 CuadroTexto"/>
          <p:cNvSpPr txBox="1"/>
          <p:nvPr/>
        </p:nvSpPr>
        <p:spPr>
          <a:xfrm>
            <a:off x="1619672" y="5621178"/>
            <a:ext cx="1067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65 MHz</a:t>
            </a:r>
          </a:p>
        </p:txBody>
      </p:sp>
      <p:cxnSp>
        <p:nvCxnSpPr>
          <p:cNvPr id="65" name="64 Conector recto de flecha"/>
          <p:cNvCxnSpPr/>
          <p:nvPr/>
        </p:nvCxnSpPr>
        <p:spPr>
          <a:xfrm>
            <a:off x="1221203" y="5589240"/>
            <a:ext cx="216000" cy="0"/>
          </a:xfrm>
          <a:prstGeom prst="straightConnector1">
            <a:avLst/>
          </a:prstGeom>
          <a:ln w="5715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65 CuadroTexto"/>
          <p:cNvSpPr txBox="1"/>
          <p:nvPr/>
        </p:nvSpPr>
        <p:spPr>
          <a:xfrm>
            <a:off x="1651908" y="5390935"/>
            <a:ext cx="3403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Banda de retorno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(de haberla)</a:t>
            </a:r>
          </a:p>
        </p:txBody>
      </p:sp>
      <p:cxnSp>
        <p:nvCxnSpPr>
          <p:cNvPr id="67" name="66 Conector recto de flecha"/>
          <p:cNvCxnSpPr/>
          <p:nvPr/>
        </p:nvCxnSpPr>
        <p:spPr>
          <a:xfrm>
            <a:off x="1043608" y="5589240"/>
            <a:ext cx="216000" cy="0"/>
          </a:xfrm>
          <a:prstGeom prst="straightConnector1">
            <a:avLst/>
          </a:prstGeom>
          <a:ln w="5715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67 Conector recto de flecha"/>
          <p:cNvCxnSpPr/>
          <p:nvPr/>
        </p:nvCxnSpPr>
        <p:spPr>
          <a:xfrm flipH="1">
            <a:off x="1388572" y="5589240"/>
            <a:ext cx="216000" cy="0"/>
          </a:xfrm>
          <a:prstGeom prst="straightConnector1">
            <a:avLst/>
          </a:prstGeom>
          <a:ln w="5715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66073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Forma en L"/>
          <p:cNvSpPr/>
          <p:nvPr/>
        </p:nvSpPr>
        <p:spPr>
          <a:xfrm rot="5400000">
            <a:off x="1108166" y="-1177835"/>
            <a:ext cx="6891161" cy="9180514"/>
          </a:xfrm>
          <a:prstGeom prst="corner">
            <a:avLst>
              <a:gd name="adj1" fmla="val 9937"/>
              <a:gd name="adj2" fmla="val 10583"/>
            </a:avLst>
          </a:prstGeom>
          <a:gradFill flip="none" rotWithShape="1">
            <a:gsLst>
              <a:gs pos="100000">
                <a:srgbClr val="83A62A"/>
              </a:gs>
              <a:gs pos="0">
                <a:schemeClr val="tx1"/>
              </a:gs>
              <a:gs pos="9000">
                <a:schemeClr val="tx1"/>
              </a:gs>
              <a:gs pos="24000">
                <a:schemeClr val="accent3">
                  <a:lumMod val="50000"/>
                </a:schemeClr>
              </a:gs>
              <a:gs pos="61000">
                <a:srgbClr val="83A62A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innerShdw blurRad="63500" dist="1016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CuadroTexto"/>
          <p:cNvSpPr txBox="1"/>
          <p:nvPr/>
        </p:nvSpPr>
        <p:spPr>
          <a:xfrm>
            <a:off x="2267744" y="-33159"/>
            <a:ext cx="44422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Servicios ofrecidos</a:t>
            </a:r>
          </a:p>
        </p:txBody>
      </p:sp>
      <p:sp>
        <p:nvSpPr>
          <p:cNvPr id="4" name="3 CuadroTexto"/>
          <p:cNvSpPr txBox="1"/>
          <p:nvPr/>
        </p:nvSpPr>
        <p:spPr>
          <a:xfrm>
            <a:off x="2513460" y="692696"/>
            <a:ext cx="44348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u="sng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Telefonía  y banda ancha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1"/>
            <a:ext cx="713290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6178" y="6309320"/>
            <a:ext cx="451366" cy="365125"/>
          </a:xfrm>
        </p:spPr>
        <p:txBody>
          <a:bodyPr/>
          <a:lstStyle/>
          <a:p>
            <a:fld id="{DAD8BA2F-E335-4939-99DC-A7E50E548284}" type="slidenum">
              <a: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683568" y="1340768"/>
            <a:ext cx="921702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Los </a:t>
            </a:r>
            <a:r>
              <a:rPr lang="es-E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s-E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ervicios de </a:t>
            </a:r>
            <a:r>
              <a:rPr lang="es-E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E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elefonía </a:t>
            </a:r>
            <a:r>
              <a:rPr lang="es-E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s-E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isponible al </a:t>
            </a:r>
            <a:r>
              <a:rPr lang="es-E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s-E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úblico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ES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STDP</a:t>
            </a:r>
            <a:r>
              <a:rPr lang="es-E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s-E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 </a:t>
            </a:r>
            <a:r>
              <a:rPr lang="es-E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s-E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ervicios de </a:t>
            </a:r>
            <a:r>
              <a:rPr lang="es-E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E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elecomunicaciones de </a:t>
            </a:r>
            <a:r>
              <a:rPr lang="es-E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E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anda </a:t>
            </a:r>
            <a:r>
              <a:rPr lang="es-E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E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ncha </a:t>
            </a:r>
            <a:r>
              <a:rPr lang="es-E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ES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STBA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se sustentan sobre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4 tecnologías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Red de cable de pares</a:t>
            </a: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Red de cable de pares trenzados</a:t>
            </a:r>
          </a:p>
          <a:p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Red de cable coaxial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Red de Fibra óptica</a:t>
            </a:r>
          </a:p>
          <a:p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Red de distribución única para cada tecnología y compartida por los operadores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81112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Forma en L"/>
          <p:cNvSpPr/>
          <p:nvPr/>
        </p:nvSpPr>
        <p:spPr>
          <a:xfrm rot="5400000">
            <a:off x="1108166" y="-1177835"/>
            <a:ext cx="6891161" cy="9180514"/>
          </a:xfrm>
          <a:prstGeom prst="corner">
            <a:avLst>
              <a:gd name="adj1" fmla="val 9937"/>
              <a:gd name="adj2" fmla="val 10583"/>
            </a:avLst>
          </a:prstGeom>
          <a:gradFill flip="none" rotWithShape="1">
            <a:gsLst>
              <a:gs pos="100000">
                <a:srgbClr val="83A62A"/>
              </a:gs>
              <a:gs pos="0">
                <a:schemeClr val="tx1"/>
              </a:gs>
              <a:gs pos="9000">
                <a:schemeClr val="tx1"/>
              </a:gs>
              <a:gs pos="24000">
                <a:schemeClr val="accent3">
                  <a:lumMod val="50000"/>
                </a:schemeClr>
              </a:gs>
              <a:gs pos="61000">
                <a:srgbClr val="83A62A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innerShdw blurRad="63500" dist="1016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CuadroTexto"/>
          <p:cNvSpPr txBox="1"/>
          <p:nvPr/>
        </p:nvSpPr>
        <p:spPr>
          <a:xfrm>
            <a:off x="3705168" y="-33159"/>
            <a:ext cx="15183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</a:p>
        </p:txBody>
      </p:sp>
      <p:sp>
        <p:nvSpPr>
          <p:cNvPr id="4" name="3 CuadroTexto"/>
          <p:cNvSpPr txBox="1"/>
          <p:nvPr/>
        </p:nvSpPr>
        <p:spPr>
          <a:xfrm>
            <a:off x="755576" y="1052736"/>
            <a:ext cx="83910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u="sng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Infraestructuras Comunes de Telecomunicación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1"/>
            <a:ext cx="713290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1763688" y="1700808"/>
            <a:ext cx="532859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t"/>
            <a:r>
              <a:rPr lang="es-ES_tradnl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5.1. </a:t>
            </a:r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Introducción a las </a:t>
            </a:r>
            <a:r>
              <a:rPr lang="es-ES" sz="24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5.2. Magnitudes y unidades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5.3. Servicios ofrecidos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5.4. Diseño de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ICTs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5.5. Parámetros de calidad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_tradnl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5.6. </a:t>
            </a:r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Componentes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5.7. Ejemplo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5.8. Presentación de la memoria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5.9. Información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6178" y="6309320"/>
            <a:ext cx="370384" cy="365125"/>
          </a:xfrm>
        </p:spPr>
        <p:txBody>
          <a:bodyPr/>
          <a:lstStyle/>
          <a:p>
            <a:fld id="{DAD8BA2F-E335-4939-99DC-A7E50E548284}" type="slidenum">
              <a: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1752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7" name="290 Conector recto">
            <a:extLst>
              <a:ext uri="{FF2B5EF4-FFF2-40B4-BE49-F238E27FC236}">
                <a16:creationId xmlns:a16="http://schemas.microsoft.com/office/drawing/2014/main" id="{08420C58-E58E-48E9-BC7F-5A4F8B5CCFA4}"/>
              </a:ext>
            </a:extLst>
          </p:cNvPr>
          <p:cNvCxnSpPr/>
          <p:nvPr/>
        </p:nvCxnSpPr>
        <p:spPr>
          <a:xfrm flipH="1">
            <a:off x="2334999" y="5580978"/>
            <a:ext cx="2335093" cy="0"/>
          </a:xfrm>
          <a:prstGeom prst="line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290 Conector recto">
            <a:extLst>
              <a:ext uri="{FF2B5EF4-FFF2-40B4-BE49-F238E27FC236}">
                <a16:creationId xmlns:a16="http://schemas.microsoft.com/office/drawing/2014/main" id="{FDDD95D6-C8D9-44C5-8DB0-BB9AFD55BAB6}"/>
              </a:ext>
            </a:extLst>
          </p:cNvPr>
          <p:cNvCxnSpPr/>
          <p:nvPr/>
        </p:nvCxnSpPr>
        <p:spPr>
          <a:xfrm flipH="1">
            <a:off x="2339752" y="4869160"/>
            <a:ext cx="2335093" cy="0"/>
          </a:xfrm>
          <a:prstGeom prst="line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290 Conector recto">
            <a:extLst>
              <a:ext uri="{FF2B5EF4-FFF2-40B4-BE49-F238E27FC236}">
                <a16:creationId xmlns:a16="http://schemas.microsoft.com/office/drawing/2014/main" id="{AB900857-A9FA-446B-AF81-7ACE3D4B85B4}"/>
              </a:ext>
            </a:extLst>
          </p:cNvPr>
          <p:cNvCxnSpPr/>
          <p:nvPr/>
        </p:nvCxnSpPr>
        <p:spPr>
          <a:xfrm flipH="1">
            <a:off x="2411760" y="4149080"/>
            <a:ext cx="2335093" cy="0"/>
          </a:xfrm>
          <a:prstGeom prst="line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290 Conector recto">
            <a:extLst>
              <a:ext uri="{FF2B5EF4-FFF2-40B4-BE49-F238E27FC236}">
                <a16:creationId xmlns:a16="http://schemas.microsoft.com/office/drawing/2014/main" id="{C8CED24D-6037-4F9E-A5C3-314361120661}"/>
              </a:ext>
            </a:extLst>
          </p:cNvPr>
          <p:cNvCxnSpPr/>
          <p:nvPr/>
        </p:nvCxnSpPr>
        <p:spPr>
          <a:xfrm flipH="1">
            <a:off x="2387696" y="3453064"/>
            <a:ext cx="2335093" cy="0"/>
          </a:xfrm>
          <a:prstGeom prst="line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286 Conector recto">
            <a:extLst>
              <a:ext uri="{FF2B5EF4-FFF2-40B4-BE49-F238E27FC236}">
                <a16:creationId xmlns:a16="http://schemas.microsoft.com/office/drawing/2014/main" id="{27BBBC37-CC21-4AD0-92AF-3F7FC3C52829}"/>
              </a:ext>
            </a:extLst>
          </p:cNvPr>
          <p:cNvCxnSpPr>
            <a:cxnSpLocks/>
          </p:cNvCxnSpPr>
          <p:nvPr/>
        </p:nvCxnSpPr>
        <p:spPr>
          <a:xfrm flipH="1" flipV="1">
            <a:off x="2372926" y="5512953"/>
            <a:ext cx="2319669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286 Conector recto">
            <a:extLst>
              <a:ext uri="{FF2B5EF4-FFF2-40B4-BE49-F238E27FC236}">
                <a16:creationId xmlns:a16="http://schemas.microsoft.com/office/drawing/2014/main" id="{68946334-64D4-420C-80A8-98C8390D15CD}"/>
              </a:ext>
            </a:extLst>
          </p:cNvPr>
          <p:cNvCxnSpPr>
            <a:cxnSpLocks/>
          </p:cNvCxnSpPr>
          <p:nvPr/>
        </p:nvCxnSpPr>
        <p:spPr>
          <a:xfrm flipH="1" flipV="1">
            <a:off x="2411760" y="4797152"/>
            <a:ext cx="2319669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286 Conector recto">
            <a:extLst>
              <a:ext uri="{FF2B5EF4-FFF2-40B4-BE49-F238E27FC236}">
                <a16:creationId xmlns:a16="http://schemas.microsoft.com/office/drawing/2014/main" id="{489FC71C-7281-4F30-9263-069187D73736}"/>
              </a:ext>
            </a:extLst>
          </p:cNvPr>
          <p:cNvCxnSpPr>
            <a:cxnSpLocks/>
          </p:cNvCxnSpPr>
          <p:nvPr/>
        </p:nvCxnSpPr>
        <p:spPr>
          <a:xfrm flipH="1" flipV="1">
            <a:off x="2350423" y="4087524"/>
            <a:ext cx="2319669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286 Conector recto">
            <a:extLst>
              <a:ext uri="{FF2B5EF4-FFF2-40B4-BE49-F238E27FC236}">
                <a16:creationId xmlns:a16="http://schemas.microsoft.com/office/drawing/2014/main" id="{307D3F99-60DD-4CA1-9CFC-92F7D7F13D01}"/>
              </a:ext>
            </a:extLst>
          </p:cNvPr>
          <p:cNvCxnSpPr>
            <a:cxnSpLocks/>
          </p:cNvCxnSpPr>
          <p:nvPr/>
        </p:nvCxnSpPr>
        <p:spPr>
          <a:xfrm flipH="1" flipV="1">
            <a:off x="2411760" y="3381056"/>
            <a:ext cx="2319669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290 Conector recto"/>
          <p:cNvCxnSpPr>
            <a:endCxn id="274" idx="2"/>
          </p:cNvCxnSpPr>
          <p:nvPr/>
        </p:nvCxnSpPr>
        <p:spPr>
          <a:xfrm flipH="1">
            <a:off x="932868" y="6208737"/>
            <a:ext cx="2335093" cy="0"/>
          </a:xfrm>
          <a:prstGeom prst="line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289 Conector recto"/>
          <p:cNvCxnSpPr/>
          <p:nvPr/>
        </p:nvCxnSpPr>
        <p:spPr>
          <a:xfrm flipH="1" flipV="1">
            <a:off x="932868" y="6021288"/>
            <a:ext cx="2335093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286 Conector recto"/>
          <p:cNvCxnSpPr/>
          <p:nvPr/>
        </p:nvCxnSpPr>
        <p:spPr>
          <a:xfrm flipH="1" flipV="1">
            <a:off x="932868" y="6107063"/>
            <a:ext cx="2300710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285 Conector recto"/>
          <p:cNvCxnSpPr/>
          <p:nvPr/>
        </p:nvCxnSpPr>
        <p:spPr>
          <a:xfrm flipV="1">
            <a:off x="3712781" y="2780928"/>
            <a:ext cx="0" cy="3096343"/>
          </a:xfrm>
          <a:prstGeom prst="line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279 Conector recto"/>
          <p:cNvCxnSpPr/>
          <p:nvPr/>
        </p:nvCxnSpPr>
        <p:spPr>
          <a:xfrm flipV="1">
            <a:off x="3597340" y="2780929"/>
            <a:ext cx="0" cy="3096343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88 Conector recto"/>
          <p:cNvCxnSpPr/>
          <p:nvPr/>
        </p:nvCxnSpPr>
        <p:spPr>
          <a:xfrm flipV="1">
            <a:off x="3364853" y="2814836"/>
            <a:ext cx="0" cy="306243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91 Conector recto"/>
          <p:cNvCxnSpPr/>
          <p:nvPr/>
        </p:nvCxnSpPr>
        <p:spPr>
          <a:xfrm flipH="1" flipV="1">
            <a:off x="3486091" y="2809503"/>
            <a:ext cx="0" cy="3067769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188 Conector recto"/>
          <p:cNvCxnSpPr/>
          <p:nvPr/>
        </p:nvCxnSpPr>
        <p:spPr>
          <a:xfrm flipH="1" flipV="1">
            <a:off x="2460607" y="5445224"/>
            <a:ext cx="2190494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189 Conector recto"/>
          <p:cNvCxnSpPr/>
          <p:nvPr/>
        </p:nvCxnSpPr>
        <p:spPr>
          <a:xfrm flipH="1" flipV="1">
            <a:off x="2454737" y="5365372"/>
            <a:ext cx="219049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186 Conector recto"/>
          <p:cNvCxnSpPr/>
          <p:nvPr/>
        </p:nvCxnSpPr>
        <p:spPr>
          <a:xfrm flipH="1" flipV="1">
            <a:off x="2460607" y="4725144"/>
            <a:ext cx="2190494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187 Conector recto"/>
          <p:cNvCxnSpPr/>
          <p:nvPr/>
        </p:nvCxnSpPr>
        <p:spPr>
          <a:xfrm flipH="1" flipV="1">
            <a:off x="2454737" y="4645292"/>
            <a:ext cx="219049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184 Conector recto"/>
          <p:cNvCxnSpPr/>
          <p:nvPr/>
        </p:nvCxnSpPr>
        <p:spPr>
          <a:xfrm flipH="1" flipV="1">
            <a:off x="2460607" y="4012908"/>
            <a:ext cx="2190494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185 Conector recto"/>
          <p:cNvCxnSpPr/>
          <p:nvPr/>
        </p:nvCxnSpPr>
        <p:spPr>
          <a:xfrm flipH="1" flipV="1">
            <a:off x="2454737" y="3933056"/>
            <a:ext cx="219049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177 Conector recto"/>
          <p:cNvCxnSpPr/>
          <p:nvPr/>
        </p:nvCxnSpPr>
        <p:spPr>
          <a:xfrm flipH="1" flipV="1">
            <a:off x="2444043" y="3303522"/>
            <a:ext cx="2190494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109 Conector recto"/>
          <p:cNvCxnSpPr/>
          <p:nvPr/>
        </p:nvCxnSpPr>
        <p:spPr>
          <a:xfrm flipH="1" flipV="1">
            <a:off x="2438173" y="3223670"/>
            <a:ext cx="219049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1 Forma en L"/>
          <p:cNvSpPr/>
          <p:nvPr/>
        </p:nvSpPr>
        <p:spPr>
          <a:xfrm rot="5400000">
            <a:off x="1108165" y="-1171841"/>
            <a:ext cx="6891161" cy="9180514"/>
          </a:xfrm>
          <a:prstGeom prst="corner">
            <a:avLst>
              <a:gd name="adj1" fmla="val 9937"/>
              <a:gd name="adj2" fmla="val 10583"/>
            </a:avLst>
          </a:prstGeom>
          <a:gradFill flip="none" rotWithShape="1">
            <a:gsLst>
              <a:gs pos="100000">
                <a:srgbClr val="83A62A"/>
              </a:gs>
              <a:gs pos="0">
                <a:schemeClr val="tx1"/>
              </a:gs>
              <a:gs pos="9000">
                <a:schemeClr val="tx1"/>
              </a:gs>
              <a:gs pos="24000">
                <a:schemeClr val="accent3">
                  <a:lumMod val="50000"/>
                </a:schemeClr>
              </a:gs>
              <a:gs pos="61000">
                <a:srgbClr val="83A62A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innerShdw blurRad="63500" dist="1016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CuadroTexto"/>
          <p:cNvSpPr txBox="1"/>
          <p:nvPr/>
        </p:nvSpPr>
        <p:spPr>
          <a:xfrm>
            <a:off x="2915816" y="-33159"/>
            <a:ext cx="34846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Diseño de </a:t>
            </a:r>
            <a:r>
              <a:rPr lang="es-ES" sz="3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</a:t>
            </a:r>
            <a:endParaRPr lang="es-ES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1"/>
            <a:ext cx="713290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6178" y="6309320"/>
            <a:ext cx="451366" cy="365125"/>
          </a:xfrm>
        </p:spPr>
        <p:txBody>
          <a:bodyPr/>
          <a:lstStyle/>
          <a:p>
            <a:fld id="{DAD8BA2F-E335-4939-99DC-A7E50E548284}" type="slidenum">
              <a: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1" name="30 Grupo"/>
          <p:cNvGrpSpPr/>
          <p:nvPr/>
        </p:nvGrpSpPr>
        <p:grpSpPr>
          <a:xfrm>
            <a:off x="2310721" y="1556792"/>
            <a:ext cx="360000" cy="576064"/>
            <a:chOff x="2757501" y="836712"/>
            <a:chExt cx="360000" cy="576064"/>
          </a:xfrm>
        </p:grpSpPr>
        <p:sp>
          <p:nvSpPr>
            <p:cNvPr id="6" name="5 Acorde"/>
            <p:cNvSpPr/>
            <p:nvPr/>
          </p:nvSpPr>
          <p:spPr>
            <a:xfrm>
              <a:off x="2757501" y="836712"/>
              <a:ext cx="360000" cy="360000"/>
            </a:xfrm>
            <a:prstGeom prst="chord">
              <a:avLst>
                <a:gd name="adj1" fmla="val 4574632"/>
                <a:gd name="adj2" fmla="val 14224833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8 Conector recto"/>
            <p:cNvCxnSpPr/>
            <p:nvPr/>
          </p:nvCxnSpPr>
          <p:spPr>
            <a:xfrm>
              <a:off x="2771800" y="1074206"/>
              <a:ext cx="0" cy="33857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27 Grupo"/>
          <p:cNvGrpSpPr/>
          <p:nvPr/>
        </p:nvGrpSpPr>
        <p:grpSpPr>
          <a:xfrm>
            <a:off x="1829245" y="1645721"/>
            <a:ext cx="438717" cy="505607"/>
            <a:chOff x="2101560" y="907169"/>
            <a:chExt cx="398834" cy="505607"/>
          </a:xfrm>
        </p:grpSpPr>
        <p:cxnSp>
          <p:nvCxnSpPr>
            <p:cNvPr id="12" name="11 Conector recto"/>
            <p:cNvCxnSpPr/>
            <p:nvPr/>
          </p:nvCxnSpPr>
          <p:spPr>
            <a:xfrm>
              <a:off x="2339752" y="1074206"/>
              <a:ext cx="0" cy="33857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12 Conector recto"/>
            <p:cNvCxnSpPr/>
            <p:nvPr/>
          </p:nvCxnSpPr>
          <p:spPr>
            <a:xfrm flipH="1">
              <a:off x="2172324" y="986270"/>
              <a:ext cx="328070" cy="15332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15 Conector recto"/>
            <p:cNvCxnSpPr/>
            <p:nvPr/>
          </p:nvCxnSpPr>
          <p:spPr>
            <a:xfrm>
              <a:off x="2395240" y="907169"/>
              <a:ext cx="88490" cy="8464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23 Conector recto"/>
            <p:cNvCxnSpPr/>
            <p:nvPr/>
          </p:nvCxnSpPr>
          <p:spPr>
            <a:xfrm>
              <a:off x="2328668" y="934841"/>
              <a:ext cx="88490" cy="8464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24 Conector recto"/>
            <p:cNvCxnSpPr/>
            <p:nvPr/>
          </p:nvCxnSpPr>
          <p:spPr>
            <a:xfrm>
              <a:off x="2245720" y="968093"/>
              <a:ext cx="88490" cy="8464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25 Conector recto"/>
            <p:cNvCxnSpPr/>
            <p:nvPr/>
          </p:nvCxnSpPr>
          <p:spPr>
            <a:xfrm>
              <a:off x="2184652" y="1002896"/>
              <a:ext cx="88490" cy="8464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26 Conector recto"/>
            <p:cNvCxnSpPr/>
            <p:nvPr/>
          </p:nvCxnSpPr>
          <p:spPr>
            <a:xfrm>
              <a:off x="2101560" y="1047194"/>
              <a:ext cx="88490" cy="8464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36 Grupo"/>
          <p:cNvGrpSpPr/>
          <p:nvPr/>
        </p:nvGrpSpPr>
        <p:grpSpPr>
          <a:xfrm>
            <a:off x="1274774" y="1475840"/>
            <a:ext cx="347399" cy="624665"/>
            <a:chOff x="1210341" y="710561"/>
            <a:chExt cx="347399" cy="624665"/>
          </a:xfrm>
        </p:grpSpPr>
        <p:sp>
          <p:nvSpPr>
            <p:cNvPr id="29" name="28 Arco"/>
            <p:cNvSpPr/>
            <p:nvPr/>
          </p:nvSpPr>
          <p:spPr>
            <a:xfrm rot="13968934" flipH="1">
              <a:off x="1179082" y="741820"/>
              <a:ext cx="360040" cy="297521"/>
            </a:xfrm>
            <a:prstGeom prst="arc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29 Conector recto"/>
            <p:cNvCxnSpPr/>
            <p:nvPr/>
          </p:nvCxnSpPr>
          <p:spPr>
            <a:xfrm>
              <a:off x="1248548" y="996656"/>
              <a:ext cx="0" cy="33857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33 Arco"/>
            <p:cNvSpPr/>
            <p:nvPr/>
          </p:nvSpPr>
          <p:spPr>
            <a:xfrm rot="7631066" flipH="1" flipV="1">
              <a:off x="1228960" y="821601"/>
              <a:ext cx="360040" cy="297521"/>
            </a:xfrm>
            <a:prstGeom prst="arc">
              <a:avLst>
                <a:gd name="adj1" fmla="val 13402092"/>
                <a:gd name="adj2" fmla="val 19143200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1" name="50 Grupo"/>
          <p:cNvGrpSpPr/>
          <p:nvPr/>
        </p:nvGrpSpPr>
        <p:grpSpPr>
          <a:xfrm>
            <a:off x="1565931" y="1547734"/>
            <a:ext cx="325542" cy="565716"/>
            <a:chOff x="1676338" y="803460"/>
            <a:chExt cx="325542" cy="565716"/>
          </a:xfrm>
        </p:grpSpPr>
        <p:cxnSp>
          <p:nvCxnSpPr>
            <p:cNvPr id="35" name="34 Conector recto"/>
            <p:cNvCxnSpPr/>
            <p:nvPr/>
          </p:nvCxnSpPr>
          <p:spPr>
            <a:xfrm>
              <a:off x="1691680" y="1030606"/>
              <a:ext cx="0" cy="33857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35 Conector recto"/>
            <p:cNvCxnSpPr/>
            <p:nvPr/>
          </p:nvCxnSpPr>
          <p:spPr>
            <a:xfrm flipH="1">
              <a:off x="1680597" y="907169"/>
              <a:ext cx="299115" cy="14329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39 Conector recto"/>
            <p:cNvCxnSpPr/>
            <p:nvPr/>
          </p:nvCxnSpPr>
          <p:spPr>
            <a:xfrm>
              <a:off x="1932570" y="858880"/>
              <a:ext cx="69310" cy="1133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41 Conector recto"/>
            <p:cNvCxnSpPr/>
            <p:nvPr/>
          </p:nvCxnSpPr>
          <p:spPr>
            <a:xfrm>
              <a:off x="1880032" y="892094"/>
              <a:ext cx="69310" cy="1133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42 Conector recto"/>
            <p:cNvCxnSpPr/>
            <p:nvPr/>
          </p:nvCxnSpPr>
          <p:spPr>
            <a:xfrm>
              <a:off x="1813566" y="914262"/>
              <a:ext cx="69310" cy="1133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43 Conector recto"/>
            <p:cNvCxnSpPr/>
            <p:nvPr/>
          </p:nvCxnSpPr>
          <p:spPr>
            <a:xfrm>
              <a:off x="1752604" y="953056"/>
              <a:ext cx="69310" cy="1133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45 Conector recto"/>
            <p:cNvCxnSpPr/>
            <p:nvPr/>
          </p:nvCxnSpPr>
          <p:spPr>
            <a:xfrm flipV="1">
              <a:off x="1680634" y="803460"/>
              <a:ext cx="149558" cy="24103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48 Conector recto"/>
            <p:cNvCxnSpPr/>
            <p:nvPr/>
          </p:nvCxnSpPr>
          <p:spPr>
            <a:xfrm>
              <a:off x="1676338" y="1044494"/>
              <a:ext cx="303374" cy="794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51 Rectángulo"/>
          <p:cNvSpPr/>
          <p:nvPr/>
        </p:nvSpPr>
        <p:spPr>
          <a:xfrm>
            <a:off x="1234145" y="2276872"/>
            <a:ext cx="4532960" cy="4392488"/>
          </a:xfrm>
          <a:prstGeom prst="rect">
            <a:avLst/>
          </a:prstGeom>
          <a:noFill/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53 Conector recto"/>
          <p:cNvCxnSpPr/>
          <p:nvPr/>
        </p:nvCxnSpPr>
        <p:spPr>
          <a:xfrm flipH="1">
            <a:off x="1304415" y="2100505"/>
            <a:ext cx="8566" cy="50249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56 Conector recto"/>
          <p:cNvCxnSpPr/>
          <p:nvPr/>
        </p:nvCxnSpPr>
        <p:spPr>
          <a:xfrm>
            <a:off x="1294890" y="2603004"/>
            <a:ext cx="120534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58 Conector recto"/>
          <p:cNvCxnSpPr/>
          <p:nvPr/>
        </p:nvCxnSpPr>
        <p:spPr>
          <a:xfrm>
            <a:off x="1591222" y="2117671"/>
            <a:ext cx="0" cy="41332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60 Conector recto"/>
          <p:cNvCxnSpPr/>
          <p:nvPr/>
        </p:nvCxnSpPr>
        <p:spPr>
          <a:xfrm flipH="1">
            <a:off x="1590641" y="2521471"/>
            <a:ext cx="90008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63 Conector recto"/>
          <p:cNvCxnSpPr/>
          <p:nvPr/>
        </p:nvCxnSpPr>
        <p:spPr>
          <a:xfrm flipH="1">
            <a:off x="2087523" y="2123912"/>
            <a:ext cx="934" cy="31680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65 Conector recto"/>
          <p:cNvCxnSpPr/>
          <p:nvPr/>
        </p:nvCxnSpPr>
        <p:spPr>
          <a:xfrm flipH="1">
            <a:off x="2329178" y="2121972"/>
            <a:ext cx="0" cy="288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66 Conector recto"/>
          <p:cNvCxnSpPr/>
          <p:nvPr/>
        </p:nvCxnSpPr>
        <p:spPr>
          <a:xfrm flipH="1" flipV="1">
            <a:off x="2066449" y="2450931"/>
            <a:ext cx="44892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68 Conector recto"/>
          <p:cNvCxnSpPr/>
          <p:nvPr/>
        </p:nvCxnSpPr>
        <p:spPr>
          <a:xfrm flipH="1">
            <a:off x="2310721" y="2396505"/>
            <a:ext cx="18914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54 Rectángulo"/>
          <p:cNvSpPr/>
          <p:nvPr/>
        </p:nvSpPr>
        <p:spPr>
          <a:xfrm>
            <a:off x="2495213" y="2364646"/>
            <a:ext cx="504096" cy="340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72 CuadroTexto"/>
          <p:cNvSpPr txBox="1"/>
          <p:nvPr/>
        </p:nvSpPr>
        <p:spPr>
          <a:xfrm>
            <a:off x="2468454" y="2374404"/>
            <a:ext cx="5549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RES</a:t>
            </a:r>
          </a:p>
        </p:txBody>
      </p:sp>
      <p:sp>
        <p:nvSpPr>
          <p:cNvPr id="75" name="74 CuadroTexto"/>
          <p:cNvSpPr txBox="1"/>
          <p:nvPr/>
        </p:nvSpPr>
        <p:spPr>
          <a:xfrm>
            <a:off x="6219286" y="1628800"/>
            <a:ext cx="3321266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RES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: Registro de enlace superior</a:t>
            </a:r>
          </a:p>
          <a:p>
            <a:pPr>
              <a:spcAft>
                <a:spcPts val="600"/>
              </a:spcAft>
            </a:pPr>
            <a:r>
              <a:rPr lang="es-E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RITS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: Registro de Instalaciones de Telecomunicación Superior</a:t>
            </a:r>
          </a:p>
          <a:p>
            <a:pPr>
              <a:spcAft>
                <a:spcPts val="600"/>
              </a:spcAft>
            </a:pPr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RS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: Registro secundario</a:t>
            </a:r>
          </a:p>
          <a:p>
            <a:pPr>
              <a:spcAft>
                <a:spcPts val="600"/>
              </a:spcAft>
            </a:pPr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PAU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: Punto de Acceso a Usuario</a:t>
            </a:r>
          </a:p>
          <a:p>
            <a:pPr>
              <a:spcAft>
                <a:spcPts val="600"/>
              </a:spcAft>
            </a:pPr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RE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: Registro de enlace</a:t>
            </a:r>
          </a:p>
          <a:p>
            <a:pPr>
              <a:spcAft>
                <a:spcPts val="600"/>
              </a:spcAft>
            </a:pPr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RITI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: Registro de Instalaciones de Telecomunicación Inferior</a:t>
            </a:r>
          </a:p>
          <a:p>
            <a:pPr>
              <a:spcAft>
                <a:spcPts val="600"/>
              </a:spcAft>
            </a:pPr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Ar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: Arqueta de entrada</a:t>
            </a:r>
          </a:p>
          <a:p>
            <a:pPr>
              <a:spcAft>
                <a:spcPts val="600"/>
              </a:spcAft>
            </a:pPr>
            <a:endParaRPr lang="es-E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75 Rectángulo"/>
          <p:cNvSpPr/>
          <p:nvPr/>
        </p:nvSpPr>
        <p:spPr>
          <a:xfrm>
            <a:off x="3208725" y="2307496"/>
            <a:ext cx="648072" cy="48829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76 CuadroTexto"/>
          <p:cNvSpPr txBox="1"/>
          <p:nvPr/>
        </p:nvSpPr>
        <p:spPr>
          <a:xfrm>
            <a:off x="3218250" y="2389217"/>
            <a:ext cx="593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RITS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1" name="80 Conector recto"/>
          <p:cNvCxnSpPr/>
          <p:nvPr/>
        </p:nvCxnSpPr>
        <p:spPr>
          <a:xfrm flipH="1">
            <a:off x="3021276" y="2564904"/>
            <a:ext cx="18914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82 Rectángulo"/>
          <p:cNvSpPr/>
          <p:nvPr/>
        </p:nvSpPr>
        <p:spPr>
          <a:xfrm>
            <a:off x="3294852" y="3165351"/>
            <a:ext cx="504096" cy="3402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4" name="83 CuadroTexto"/>
          <p:cNvSpPr txBox="1"/>
          <p:nvPr/>
        </p:nvSpPr>
        <p:spPr>
          <a:xfrm>
            <a:off x="3364853" y="3205109"/>
            <a:ext cx="3818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latin typeface="Arial" panose="020B0604020202020204" pitchFamily="34" charset="0"/>
                <a:cs typeface="Arial" panose="020B0604020202020204" pitchFamily="34" charset="0"/>
              </a:rPr>
              <a:t>RS</a:t>
            </a:r>
          </a:p>
        </p:txBody>
      </p:sp>
      <p:cxnSp>
        <p:nvCxnSpPr>
          <p:cNvPr id="85" name="84 Conector recto"/>
          <p:cNvCxnSpPr/>
          <p:nvPr/>
        </p:nvCxnSpPr>
        <p:spPr>
          <a:xfrm flipH="1">
            <a:off x="2915816" y="2012324"/>
            <a:ext cx="189143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85 Conector recto"/>
          <p:cNvCxnSpPr/>
          <p:nvPr/>
        </p:nvCxnSpPr>
        <p:spPr>
          <a:xfrm flipH="1">
            <a:off x="2931631" y="1686214"/>
            <a:ext cx="18914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79 CuadroTexto"/>
          <p:cNvSpPr txBox="1"/>
          <p:nvPr/>
        </p:nvSpPr>
        <p:spPr>
          <a:xfrm>
            <a:off x="3215656" y="1858435"/>
            <a:ext cx="673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STBA</a:t>
            </a:r>
            <a:endParaRPr lang="en-US" sz="1400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87 CuadroTexto"/>
          <p:cNvSpPr txBox="1"/>
          <p:nvPr/>
        </p:nvSpPr>
        <p:spPr>
          <a:xfrm>
            <a:off x="3149232" y="1502037"/>
            <a:ext cx="1229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Satélite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1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RTV</a:t>
            </a:r>
            <a:endParaRPr lang="en-US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102 Rectángulo"/>
          <p:cNvSpPr/>
          <p:nvPr/>
        </p:nvSpPr>
        <p:spPr>
          <a:xfrm>
            <a:off x="2013194" y="3136725"/>
            <a:ext cx="424979" cy="3413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08" name="107 Rectángulo"/>
          <p:cNvSpPr/>
          <p:nvPr/>
        </p:nvSpPr>
        <p:spPr>
          <a:xfrm>
            <a:off x="4635198" y="3155826"/>
            <a:ext cx="424979" cy="3413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09" name="108 CuadroTexto"/>
          <p:cNvSpPr txBox="1"/>
          <p:nvPr/>
        </p:nvSpPr>
        <p:spPr>
          <a:xfrm>
            <a:off x="4623571" y="3179019"/>
            <a:ext cx="47000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latin typeface="Arial" panose="020B0604020202020204" pitchFamily="34" charset="0"/>
                <a:cs typeface="Arial" panose="020B0604020202020204" pitchFamily="34" charset="0"/>
              </a:rPr>
              <a:t>PAU</a:t>
            </a:r>
          </a:p>
        </p:txBody>
      </p:sp>
      <p:sp>
        <p:nvSpPr>
          <p:cNvPr id="112" name="111 Rectángulo"/>
          <p:cNvSpPr/>
          <p:nvPr/>
        </p:nvSpPr>
        <p:spPr>
          <a:xfrm>
            <a:off x="3296528" y="3871351"/>
            <a:ext cx="504096" cy="3402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13" name="112 CuadroTexto"/>
          <p:cNvSpPr txBox="1"/>
          <p:nvPr/>
        </p:nvSpPr>
        <p:spPr>
          <a:xfrm>
            <a:off x="3366529" y="3911109"/>
            <a:ext cx="3818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latin typeface="Arial" panose="020B0604020202020204" pitchFamily="34" charset="0"/>
                <a:cs typeface="Arial" panose="020B0604020202020204" pitchFamily="34" charset="0"/>
              </a:rPr>
              <a:t>RS</a:t>
            </a:r>
          </a:p>
        </p:txBody>
      </p:sp>
      <p:sp>
        <p:nvSpPr>
          <p:cNvPr id="122" name="121 Rectángulo"/>
          <p:cNvSpPr/>
          <p:nvPr/>
        </p:nvSpPr>
        <p:spPr>
          <a:xfrm>
            <a:off x="2014870" y="3842725"/>
            <a:ext cx="424979" cy="3413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27" name="126 Rectángulo"/>
          <p:cNvSpPr/>
          <p:nvPr/>
        </p:nvSpPr>
        <p:spPr>
          <a:xfrm>
            <a:off x="4636874" y="3861826"/>
            <a:ext cx="424979" cy="3413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28" name="127 CuadroTexto"/>
          <p:cNvSpPr txBox="1"/>
          <p:nvPr/>
        </p:nvSpPr>
        <p:spPr>
          <a:xfrm>
            <a:off x="4614977" y="3894544"/>
            <a:ext cx="47000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latin typeface="Arial" panose="020B0604020202020204" pitchFamily="34" charset="0"/>
                <a:cs typeface="Arial" panose="020B0604020202020204" pitchFamily="34" charset="0"/>
              </a:rPr>
              <a:t>PAU</a:t>
            </a:r>
          </a:p>
        </p:txBody>
      </p:sp>
      <p:sp>
        <p:nvSpPr>
          <p:cNvPr id="133" name="132 Rectángulo"/>
          <p:cNvSpPr/>
          <p:nvPr/>
        </p:nvSpPr>
        <p:spPr>
          <a:xfrm>
            <a:off x="3299044" y="4581906"/>
            <a:ext cx="504096" cy="3402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34" name="133 CuadroTexto"/>
          <p:cNvSpPr txBox="1"/>
          <p:nvPr/>
        </p:nvSpPr>
        <p:spPr>
          <a:xfrm>
            <a:off x="3369045" y="4621664"/>
            <a:ext cx="3818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latin typeface="Arial" panose="020B0604020202020204" pitchFamily="34" charset="0"/>
                <a:cs typeface="Arial" panose="020B0604020202020204" pitchFamily="34" charset="0"/>
              </a:rPr>
              <a:t>RS</a:t>
            </a:r>
          </a:p>
        </p:txBody>
      </p:sp>
      <p:sp>
        <p:nvSpPr>
          <p:cNvPr id="143" name="142 Rectángulo"/>
          <p:cNvSpPr/>
          <p:nvPr/>
        </p:nvSpPr>
        <p:spPr>
          <a:xfrm>
            <a:off x="2017386" y="4553280"/>
            <a:ext cx="424979" cy="3413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48" name="147 Rectángulo"/>
          <p:cNvSpPr/>
          <p:nvPr/>
        </p:nvSpPr>
        <p:spPr>
          <a:xfrm>
            <a:off x="4639390" y="4572381"/>
            <a:ext cx="424979" cy="3413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54" name="153 Rectángulo"/>
          <p:cNvSpPr/>
          <p:nvPr/>
        </p:nvSpPr>
        <p:spPr>
          <a:xfrm>
            <a:off x="3296528" y="5292461"/>
            <a:ext cx="504096" cy="3402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55" name="154 CuadroTexto"/>
          <p:cNvSpPr txBox="1"/>
          <p:nvPr/>
        </p:nvSpPr>
        <p:spPr>
          <a:xfrm>
            <a:off x="3366529" y="5332219"/>
            <a:ext cx="3818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latin typeface="Arial" panose="020B0604020202020204" pitchFamily="34" charset="0"/>
                <a:cs typeface="Arial" panose="020B0604020202020204" pitchFamily="34" charset="0"/>
              </a:rPr>
              <a:t>RS</a:t>
            </a:r>
          </a:p>
        </p:txBody>
      </p:sp>
      <p:sp>
        <p:nvSpPr>
          <p:cNvPr id="164" name="163 Rectángulo"/>
          <p:cNvSpPr/>
          <p:nvPr/>
        </p:nvSpPr>
        <p:spPr>
          <a:xfrm>
            <a:off x="2014870" y="5263835"/>
            <a:ext cx="424979" cy="3413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69" name="168 Rectángulo"/>
          <p:cNvSpPr/>
          <p:nvPr/>
        </p:nvSpPr>
        <p:spPr>
          <a:xfrm>
            <a:off x="4636874" y="5282936"/>
            <a:ext cx="424979" cy="3413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75" name="174 Rectángulo"/>
          <p:cNvSpPr/>
          <p:nvPr/>
        </p:nvSpPr>
        <p:spPr>
          <a:xfrm>
            <a:off x="3233577" y="5877272"/>
            <a:ext cx="648072" cy="48829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175 CuadroTexto"/>
          <p:cNvSpPr txBox="1"/>
          <p:nvPr/>
        </p:nvSpPr>
        <p:spPr>
          <a:xfrm>
            <a:off x="3246825" y="5967528"/>
            <a:ext cx="5229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RITI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9" name="178 Conector recto"/>
          <p:cNvCxnSpPr/>
          <p:nvPr/>
        </p:nvCxnSpPr>
        <p:spPr>
          <a:xfrm>
            <a:off x="1215095" y="2918036"/>
            <a:ext cx="4532960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180 Conector recto"/>
          <p:cNvCxnSpPr/>
          <p:nvPr/>
        </p:nvCxnSpPr>
        <p:spPr>
          <a:xfrm>
            <a:off x="1230601" y="3625974"/>
            <a:ext cx="4532960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181 Conector recto"/>
          <p:cNvCxnSpPr/>
          <p:nvPr/>
        </p:nvCxnSpPr>
        <p:spPr>
          <a:xfrm>
            <a:off x="1240126" y="4293096"/>
            <a:ext cx="4532960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182 Conector recto"/>
          <p:cNvCxnSpPr/>
          <p:nvPr/>
        </p:nvCxnSpPr>
        <p:spPr>
          <a:xfrm>
            <a:off x="1230601" y="5022701"/>
            <a:ext cx="4532960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183 Conector recto"/>
          <p:cNvCxnSpPr/>
          <p:nvPr/>
        </p:nvCxnSpPr>
        <p:spPr>
          <a:xfrm>
            <a:off x="1230601" y="5780881"/>
            <a:ext cx="4532960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190 CuadroTexto"/>
          <p:cNvSpPr txBox="1"/>
          <p:nvPr/>
        </p:nvSpPr>
        <p:spPr>
          <a:xfrm>
            <a:off x="4614977" y="4615244"/>
            <a:ext cx="47000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latin typeface="Arial" panose="020B0604020202020204" pitchFamily="34" charset="0"/>
                <a:cs typeface="Arial" panose="020B0604020202020204" pitchFamily="34" charset="0"/>
              </a:rPr>
              <a:t>PAU</a:t>
            </a:r>
          </a:p>
        </p:txBody>
      </p:sp>
      <p:sp>
        <p:nvSpPr>
          <p:cNvPr id="192" name="191 CuadroTexto"/>
          <p:cNvSpPr txBox="1"/>
          <p:nvPr/>
        </p:nvSpPr>
        <p:spPr>
          <a:xfrm>
            <a:off x="4614977" y="5335324"/>
            <a:ext cx="47000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latin typeface="Arial" panose="020B0604020202020204" pitchFamily="34" charset="0"/>
                <a:cs typeface="Arial" panose="020B0604020202020204" pitchFamily="34" charset="0"/>
              </a:rPr>
              <a:t>PAU</a:t>
            </a:r>
          </a:p>
        </p:txBody>
      </p:sp>
      <p:sp>
        <p:nvSpPr>
          <p:cNvPr id="193" name="192 CuadroTexto"/>
          <p:cNvSpPr txBox="1"/>
          <p:nvPr/>
        </p:nvSpPr>
        <p:spPr>
          <a:xfrm>
            <a:off x="1984737" y="5301208"/>
            <a:ext cx="47000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latin typeface="Arial" panose="020B0604020202020204" pitchFamily="34" charset="0"/>
                <a:cs typeface="Arial" panose="020B0604020202020204" pitchFamily="34" charset="0"/>
              </a:rPr>
              <a:t>PAU</a:t>
            </a:r>
          </a:p>
        </p:txBody>
      </p:sp>
      <p:sp>
        <p:nvSpPr>
          <p:cNvPr id="194" name="193 CuadroTexto"/>
          <p:cNvSpPr txBox="1"/>
          <p:nvPr/>
        </p:nvSpPr>
        <p:spPr>
          <a:xfrm>
            <a:off x="1994114" y="4590653"/>
            <a:ext cx="47000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latin typeface="Arial" panose="020B0604020202020204" pitchFamily="34" charset="0"/>
                <a:cs typeface="Arial" panose="020B0604020202020204" pitchFamily="34" charset="0"/>
              </a:rPr>
              <a:t>PAU</a:t>
            </a:r>
          </a:p>
        </p:txBody>
      </p:sp>
      <p:sp>
        <p:nvSpPr>
          <p:cNvPr id="195" name="194 CuadroTexto"/>
          <p:cNvSpPr txBox="1"/>
          <p:nvPr/>
        </p:nvSpPr>
        <p:spPr>
          <a:xfrm>
            <a:off x="1994262" y="3875906"/>
            <a:ext cx="47000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latin typeface="Arial" panose="020B0604020202020204" pitchFamily="34" charset="0"/>
                <a:cs typeface="Arial" panose="020B0604020202020204" pitchFamily="34" charset="0"/>
              </a:rPr>
              <a:t>PAU</a:t>
            </a:r>
          </a:p>
        </p:txBody>
      </p:sp>
      <p:sp>
        <p:nvSpPr>
          <p:cNvPr id="196" name="195 CuadroTexto"/>
          <p:cNvSpPr txBox="1"/>
          <p:nvPr/>
        </p:nvSpPr>
        <p:spPr>
          <a:xfrm>
            <a:off x="1984737" y="3179068"/>
            <a:ext cx="47000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latin typeface="Arial" panose="020B0604020202020204" pitchFamily="34" charset="0"/>
                <a:cs typeface="Arial" panose="020B0604020202020204" pitchFamily="34" charset="0"/>
              </a:rPr>
              <a:t>PAU</a:t>
            </a:r>
          </a:p>
        </p:txBody>
      </p:sp>
      <p:sp>
        <p:nvSpPr>
          <p:cNvPr id="180" name="179 Elipse"/>
          <p:cNvSpPr/>
          <p:nvPr/>
        </p:nvSpPr>
        <p:spPr>
          <a:xfrm>
            <a:off x="5335057" y="2990043"/>
            <a:ext cx="108012" cy="900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197 Elipse"/>
          <p:cNvSpPr/>
          <p:nvPr/>
        </p:nvSpPr>
        <p:spPr>
          <a:xfrm>
            <a:off x="5344582" y="3142443"/>
            <a:ext cx="108012" cy="900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198 Elipse"/>
          <p:cNvSpPr/>
          <p:nvPr/>
        </p:nvSpPr>
        <p:spPr>
          <a:xfrm>
            <a:off x="5344582" y="3294843"/>
            <a:ext cx="108012" cy="900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199 Elipse"/>
          <p:cNvSpPr/>
          <p:nvPr/>
        </p:nvSpPr>
        <p:spPr>
          <a:xfrm>
            <a:off x="5349915" y="3447243"/>
            <a:ext cx="108012" cy="900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1" name="200 Conector recto"/>
          <p:cNvCxnSpPr>
            <a:endCxn id="180" idx="2"/>
          </p:cNvCxnSpPr>
          <p:nvPr/>
        </p:nvCxnSpPr>
        <p:spPr>
          <a:xfrm flipV="1">
            <a:off x="5036732" y="3035043"/>
            <a:ext cx="298325" cy="270934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203 Conector recto"/>
          <p:cNvCxnSpPr>
            <a:endCxn id="198" idx="7"/>
          </p:cNvCxnSpPr>
          <p:nvPr/>
        </p:nvCxnSpPr>
        <p:spPr>
          <a:xfrm flipV="1">
            <a:off x="5046257" y="3155623"/>
            <a:ext cx="390519" cy="139763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205 Conector recto"/>
          <p:cNvCxnSpPr>
            <a:endCxn id="199" idx="2"/>
          </p:cNvCxnSpPr>
          <p:nvPr/>
        </p:nvCxnSpPr>
        <p:spPr>
          <a:xfrm>
            <a:off x="5036732" y="3313782"/>
            <a:ext cx="307850" cy="26061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207 Conector recto"/>
          <p:cNvCxnSpPr/>
          <p:nvPr/>
        </p:nvCxnSpPr>
        <p:spPr>
          <a:xfrm>
            <a:off x="5064369" y="3313772"/>
            <a:ext cx="301364" cy="156176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209 Elipse"/>
          <p:cNvSpPr/>
          <p:nvPr/>
        </p:nvSpPr>
        <p:spPr>
          <a:xfrm>
            <a:off x="5356203" y="3688457"/>
            <a:ext cx="108012" cy="900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210 Elipse"/>
          <p:cNvSpPr/>
          <p:nvPr/>
        </p:nvSpPr>
        <p:spPr>
          <a:xfrm>
            <a:off x="5365728" y="3840857"/>
            <a:ext cx="108012" cy="900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211 Elipse"/>
          <p:cNvSpPr/>
          <p:nvPr/>
        </p:nvSpPr>
        <p:spPr>
          <a:xfrm>
            <a:off x="5365728" y="3993257"/>
            <a:ext cx="108012" cy="900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" name="212 Elipse"/>
          <p:cNvSpPr/>
          <p:nvPr/>
        </p:nvSpPr>
        <p:spPr>
          <a:xfrm>
            <a:off x="5371061" y="4145657"/>
            <a:ext cx="108012" cy="900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4" name="213 Conector recto"/>
          <p:cNvCxnSpPr>
            <a:endCxn id="210" idx="2"/>
          </p:cNvCxnSpPr>
          <p:nvPr/>
        </p:nvCxnSpPr>
        <p:spPr>
          <a:xfrm flipV="1">
            <a:off x="5057878" y="3733457"/>
            <a:ext cx="298325" cy="270934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214 Conector recto"/>
          <p:cNvCxnSpPr>
            <a:endCxn id="211" idx="7"/>
          </p:cNvCxnSpPr>
          <p:nvPr/>
        </p:nvCxnSpPr>
        <p:spPr>
          <a:xfrm flipV="1">
            <a:off x="5067403" y="3854037"/>
            <a:ext cx="390519" cy="139763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215 Conector recto"/>
          <p:cNvCxnSpPr>
            <a:endCxn id="212" idx="2"/>
          </p:cNvCxnSpPr>
          <p:nvPr/>
        </p:nvCxnSpPr>
        <p:spPr>
          <a:xfrm>
            <a:off x="5057878" y="4012196"/>
            <a:ext cx="307850" cy="26061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216 Conector recto"/>
          <p:cNvCxnSpPr/>
          <p:nvPr/>
        </p:nvCxnSpPr>
        <p:spPr>
          <a:xfrm>
            <a:off x="5085515" y="4012186"/>
            <a:ext cx="301364" cy="156176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217 Elipse"/>
          <p:cNvSpPr/>
          <p:nvPr/>
        </p:nvSpPr>
        <p:spPr>
          <a:xfrm>
            <a:off x="5345350" y="4415634"/>
            <a:ext cx="108012" cy="900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" name="218 Elipse"/>
          <p:cNvSpPr/>
          <p:nvPr/>
        </p:nvSpPr>
        <p:spPr>
          <a:xfrm>
            <a:off x="5354875" y="4568034"/>
            <a:ext cx="108012" cy="900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" name="219 Elipse"/>
          <p:cNvSpPr/>
          <p:nvPr/>
        </p:nvSpPr>
        <p:spPr>
          <a:xfrm>
            <a:off x="5354875" y="4720434"/>
            <a:ext cx="108012" cy="900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" name="220 Elipse"/>
          <p:cNvSpPr/>
          <p:nvPr/>
        </p:nvSpPr>
        <p:spPr>
          <a:xfrm>
            <a:off x="5360208" y="4872834"/>
            <a:ext cx="108012" cy="900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2" name="221 Conector recto"/>
          <p:cNvCxnSpPr>
            <a:endCxn id="218" idx="2"/>
          </p:cNvCxnSpPr>
          <p:nvPr/>
        </p:nvCxnSpPr>
        <p:spPr>
          <a:xfrm flipV="1">
            <a:off x="5047025" y="4460634"/>
            <a:ext cx="298325" cy="270934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222 Conector recto"/>
          <p:cNvCxnSpPr>
            <a:endCxn id="219" idx="7"/>
          </p:cNvCxnSpPr>
          <p:nvPr/>
        </p:nvCxnSpPr>
        <p:spPr>
          <a:xfrm flipV="1">
            <a:off x="5056550" y="4581214"/>
            <a:ext cx="390519" cy="139763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223 Conector recto"/>
          <p:cNvCxnSpPr>
            <a:endCxn id="220" idx="2"/>
          </p:cNvCxnSpPr>
          <p:nvPr/>
        </p:nvCxnSpPr>
        <p:spPr>
          <a:xfrm>
            <a:off x="5047025" y="4739373"/>
            <a:ext cx="307850" cy="26061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224 Conector recto"/>
          <p:cNvCxnSpPr/>
          <p:nvPr/>
        </p:nvCxnSpPr>
        <p:spPr>
          <a:xfrm>
            <a:off x="5074662" y="4739363"/>
            <a:ext cx="301364" cy="156176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225 Elipse"/>
          <p:cNvSpPr/>
          <p:nvPr/>
        </p:nvSpPr>
        <p:spPr>
          <a:xfrm>
            <a:off x="5366496" y="5114048"/>
            <a:ext cx="108012" cy="900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" name="226 Elipse"/>
          <p:cNvSpPr/>
          <p:nvPr/>
        </p:nvSpPr>
        <p:spPr>
          <a:xfrm>
            <a:off x="5376021" y="5266448"/>
            <a:ext cx="108012" cy="900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" name="227 Elipse"/>
          <p:cNvSpPr/>
          <p:nvPr/>
        </p:nvSpPr>
        <p:spPr>
          <a:xfrm>
            <a:off x="5376021" y="5418848"/>
            <a:ext cx="108012" cy="900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" name="228 Elipse"/>
          <p:cNvSpPr/>
          <p:nvPr/>
        </p:nvSpPr>
        <p:spPr>
          <a:xfrm>
            <a:off x="5381354" y="5571248"/>
            <a:ext cx="108012" cy="900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0" name="229 Conector recto"/>
          <p:cNvCxnSpPr>
            <a:endCxn id="226" idx="2"/>
          </p:cNvCxnSpPr>
          <p:nvPr/>
        </p:nvCxnSpPr>
        <p:spPr>
          <a:xfrm flipV="1">
            <a:off x="5068171" y="5159048"/>
            <a:ext cx="298325" cy="270934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230 Conector recto"/>
          <p:cNvCxnSpPr>
            <a:endCxn id="227" idx="7"/>
          </p:cNvCxnSpPr>
          <p:nvPr/>
        </p:nvCxnSpPr>
        <p:spPr>
          <a:xfrm flipV="1">
            <a:off x="5077696" y="5279628"/>
            <a:ext cx="390519" cy="139763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231 Conector recto"/>
          <p:cNvCxnSpPr>
            <a:endCxn id="228" idx="2"/>
          </p:cNvCxnSpPr>
          <p:nvPr/>
        </p:nvCxnSpPr>
        <p:spPr>
          <a:xfrm>
            <a:off x="5068171" y="5437787"/>
            <a:ext cx="307850" cy="26061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232 Conector recto"/>
          <p:cNvCxnSpPr/>
          <p:nvPr/>
        </p:nvCxnSpPr>
        <p:spPr>
          <a:xfrm>
            <a:off x="5095808" y="5437777"/>
            <a:ext cx="301364" cy="156176"/>
          </a:xfrm>
          <a:prstGeom prst="line">
            <a:avLst/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9" name="208 Grupo"/>
          <p:cNvGrpSpPr/>
          <p:nvPr/>
        </p:nvGrpSpPr>
        <p:grpSpPr>
          <a:xfrm flipH="1">
            <a:off x="1579564" y="2987156"/>
            <a:ext cx="421195" cy="547200"/>
            <a:chOff x="6176983" y="3391103"/>
            <a:chExt cx="421195" cy="547200"/>
          </a:xfrm>
        </p:grpSpPr>
        <p:sp>
          <p:nvSpPr>
            <p:cNvPr id="234" name="233 Elipse"/>
            <p:cNvSpPr/>
            <p:nvPr/>
          </p:nvSpPr>
          <p:spPr>
            <a:xfrm>
              <a:off x="6475308" y="3391103"/>
              <a:ext cx="108012" cy="90000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" name="234 Elipse"/>
            <p:cNvSpPr/>
            <p:nvPr/>
          </p:nvSpPr>
          <p:spPr>
            <a:xfrm>
              <a:off x="6484833" y="3543503"/>
              <a:ext cx="108012" cy="90000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" name="235 Elipse"/>
            <p:cNvSpPr/>
            <p:nvPr/>
          </p:nvSpPr>
          <p:spPr>
            <a:xfrm>
              <a:off x="6484833" y="3695903"/>
              <a:ext cx="108012" cy="90000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" name="236 Elipse"/>
            <p:cNvSpPr/>
            <p:nvPr/>
          </p:nvSpPr>
          <p:spPr>
            <a:xfrm>
              <a:off x="6490166" y="3848303"/>
              <a:ext cx="108012" cy="90000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8" name="237 Conector recto"/>
            <p:cNvCxnSpPr>
              <a:endCxn id="234" idx="2"/>
            </p:cNvCxnSpPr>
            <p:nvPr/>
          </p:nvCxnSpPr>
          <p:spPr>
            <a:xfrm flipV="1">
              <a:off x="6176983" y="3436103"/>
              <a:ext cx="298325" cy="270934"/>
            </a:xfrm>
            <a:prstGeom prst="line">
              <a:avLst/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238 Conector recto"/>
            <p:cNvCxnSpPr>
              <a:endCxn id="235" idx="7"/>
            </p:cNvCxnSpPr>
            <p:nvPr/>
          </p:nvCxnSpPr>
          <p:spPr>
            <a:xfrm flipV="1">
              <a:off x="6186508" y="3556683"/>
              <a:ext cx="390519" cy="139763"/>
            </a:xfrm>
            <a:prstGeom prst="line">
              <a:avLst/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239 Conector recto"/>
            <p:cNvCxnSpPr>
              <a:endCxn id="236" idx="2"/>
            </p:cNvCxnSpPr>
            <p:nvPr/>
          </p:nvCxnSpPr>
          <p:spPr>
            <a:xfrm>
              <a:off x="6176983" y="3714842"/>
              <a:ext cx="307850" cy="26061"/>
            </a:xfrm>
            <a:prstGeom prst="line">
              <a:avLst/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240 Conector recto"/>
            <p:cNvCxnSpPr/>
            <p:nvPr/>
          </p:nvCxnSpPr>
          <p:spPr>
            <a:xfrm>
              <a:off x="6204620" y="3714832"/>
              <a:ext cx="301364" cy="156176"/>
            </a:xfrm>
            <a:prstGeom prst="line">
              <a:avLst/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242 Grupo"/>
          <p:cNvGrpSpPr/>
          <p:nvPr/>
        </p:nvGrpSpPr>
        <p:grpSpPr>
          <a:xfrm flipH="1">
            <a:off x="1581116" y="3688457"/>
            <a:ext cx="421195" cy="547200"/>
            <a:chOff x="6176983" y="3391103"/>
            <a:chExt cx="421195" cy="547200"/>
          </a:xfrm>
        </p:grpSpPr>
        <p:sp>
          <p:nvSpPr>
            <p:cNvPr id="244" name="243 Elipse"/>
            <p:cNvSpPr/>
            <p:nvPr/>
          </p:nvSpPr>
          <p:spPr>
            <a:xfrm>
              <a:off x="6475308" y="3391103"/>
              <a:ext cx="108012" cy="90000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5" name="244 Elipse"/>
            <p:cNvSpPr/>
            <p:nvPr/>
          </p:nvSpPr>
          <p:spPr>
            <a:xfrm>
              <a:off x="6484833" y="3543503"/>
              <a:ext cx="108012" cy="90000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6" name="245 Elipse"/>
            <p:cNvSpPr/>
            <p:nvPr/>
          </p:nvSpPr>
          <p:spPr>
            <a:xfrm>
              <a:off x="6484833" y="3695903"/>
              <a:ext cx="108012" cy="90000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7" name="246 Elipse"/>
            <p:cNvSpPr/>
            <p:nvPr/>
          </p:nvSpPr>
          <p:spPr>
            <a:xfrm>
              <a:off x="6490166" y="3848303"/>
              <a:ext cx="108012" cy="90000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8" name="247 Conector recto"/>
            <p:cNvCxnSpPr>
              <a:endCxn id="244" idx="2"/>
            </p:cNvCxnSpPr>
            <p:nvPr/>
          </p:nvCxnSpPr>
          <p:spPr>
            <a:xfrm flipV="1">
              <a:off x="6176983" y="3436103"/>
              <a:ext cx="298325" cy="270934"/>
            </a:xfrm>
            <a:prstGeom prst="line">
              <a:avLst/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248 Conector recto"/>
            <p:cNvCxnSpPr>
              <a:endCxn id="245" idx="7"/>
            </p:cNvCxnSpPr>
            <p:nvPr/>
          </p:nvCxnSpPr>
          <p:spPr>
            <a:xfrm flipV="1">
              <a:off x="6186508" y="3556683"/>
              <a:ext cx="390519" cy="139763"/>
            </a:xfrm>
            <a:prstGeom prst="line">
              <a:avLst/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249 Conector recto"/>
            <p:cNvCxnSpPr>
              <a:endCxn id="246" idx="2"/>
            </p:cNvCxnSpPr>
            <p:nvPr/>
          </p:nvCxnSpPr>
          <p:spPr>
            <a:xfrm>
              <a:off x="6176983" y="3714842"/>
              <a:ext cx="307850" cy="26061"/>
            </a:xfrm>
            <a:prstGeom prst="line">
              <a:avLst/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250 Conector recto"/>
            <p:cNvCxnSpPr/>
            <p:nvPr/>
          </p:nvCxnSpPr>
          <p:spPr>
            <a:xfrm>
              <a:off x="6204620" y="3714832"/>
              <a:ext cx="301364" cy="156176"/>
            </a:xfrm>
            <a:prstGeom prst="line">
              <a:avLst/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251 Grupo"/>
          <p:cNvGrpSpPr/>
          <p:nvPr/>
        </p:nvGrpSpPr>
        <p:grpSpPr>
          <a:xfrm flipH="1">
            <a:off x="1590641" y="4389487"/>
            <a:ext cx="421195" cy="547200"/>
            <a:chOff x="6176983" y="3391103"/>
            <a:chExt cx="421195" cy="547200"/>
          </a:xfrm>
        </p:grpSpPr>
        <p:sp>
          <p:nvSpPr>
            <p:cNvPr id="253" name="252 Elipse"/>
            <p:cNvSpPr/>
            <p:nvPr/>
          </p:nvSpPr>
          <p:spPr>
            <a:xfrm>
              <a:off x="6475308" y="3391103"/>
              <a:ext cx="108012" cy="90000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" name="253 Elipse"/>
            <p:cNvSpPr/>
            <p:nvPr/>
          </p:nvSpPr>
          <p:spPr>
            <a:xfrm>
              <a:off x="6484833" y="3543503"/>
              <a:ext cx="108012" cy="90000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" name="254 Elipse"/>
            <p:cNvSpPr/>
            <p:nvPr/>
          </p:nvSpPr>
          <p:spPr>
            <a:xfrm>
              <a:off x="6484833" y="3695903"/>
              <a:ext cx="108012" cy="90000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" name="255 Elipse"/>
            <p:cNvSpPr/>
            <p:nvPr/>
          </p:nvSpPr>
          <p:spPr>
            <a:xfrm>
              <a:off x="6490166" y="3848303"/>
              <a:ext cx="108012" cy="90000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7" name="256 Conector recto"/>
            <p:cNvCxnSpPr>
              <a:endCxn id="253" idx="2"/>
            </p:cNvCxnSpPr>
            <p:nvPr/>
          </p:nvCxnSpPr>
          <p:spPr>
            <a:xfrm flipV="1">
              <a:off x="6176983" y="3436103"/>
              <a:ext cx="298325" cy="270934"/>
            </a:xfrm>
            <a:prstGeom prst="line">
              <a:avLst/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257 Conector recto"/>
            <p:cNvCxnSpPr>
              <a:endCxn id="254" idx="7"/>
            </p:cNvCxnSpPr>
            <p:nvPr/>
          </p:nvCxnSpPr>
          <p:spPr>
            <a:xfrm flipV="1">
              <a:off x="6186508" y="3556683"/>
              <a:ext cx="390519" cy="139763"/>
            </a:xfrm>
            <a:prstGeom prst="line">
              <a:avLst/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258 Conector recto"/>
            <p:cNvCxnSpPr>
              <a:endCxn id="255" idx="2"/>
            </p:cNvCxnSpPr>
            <p:nvPr/>
          </p:nvCxnSpPr>
          <p:spPr>
            <a:xfrm>
              <a:off x="6176983" y="3714842"/>
              <a:ext cx="307850" cy="26061"/>
            </a:xfrm>
            <a:prstGeom prst="line">
              <a:avLst/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259 Conector recto"/>
            <p:cNvCxnSpPr/>
            <p:nvPr/>
          </p:nvCxnSpPr>
          <p:spPr>
            <a:xfrm>
              <a:off x="6204620" y="3714832"/>
              <a:ext cx="301364" cy="156176"/>
            </a:xfrm>
            <a:prstGeom prst="line">
              <a:avLst/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1" name="260 Grupo"/>
          <p:cNvGrpSpPr/>
          <p:nvPr/>
        </p:nvGrpSpPr>
        <p:grpSpPr>
          <a:xfrm flipH="1">
            <a:off x="1605686" y="5109856"/>
            <a:ext cx="421195" cy="547200"/>
            <a:chOff x="6176983" y="3391103"/>
            <a:chExt cx="421195" cy="547200"/>
          </a:xfrm>
        </p:grpSpPr>
        <p:sp>
          <p:nvSpPr>
            <p:cNvPr id="262" name="261 Elipse"/>
            <p:cNvSpPr/>
            <p:nvPr/>
          </p:nvSpPr>
          <p:spPr>
            <a:xfrm>
              <a:off x="6475308" y="3391103"/>
              <a:ext cx="108012" cy="90000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3" name="262 Elipse"/>
            <p:cNvSpPr/>
            <p:nvPr/>
          </p:nvSpPr>
          <p:spPr>
            <a:xfrm>
              <a:off x="6484833" y="3543503"/>
              <a:ext cx="108012" cy="90000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4" name="263 Elipse"/>
            <p:cNvSpPr/>
            <p:nvPr/>
          </p:nvSpPr>
          <p:spPr>
            <a:xfrm>
              <a:off x="6484833" y="3695903"/>
              <a:ext cx="108012" cy="90000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5" name="264 Elipse"/>
            <p:cNvSpPr/>
            <p:nvPr/>
          </p:nvSpPr>
          <p:spPr>
            <a:xfrm>
              <a:off x="6490166" y="3848303"/>
              <a:ext cx="108012" cy="90000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6" name="265 Conector recto"/>
            <p:cNvCxnSpPr>
              <a:endCxn id="262" idx="2"/>
            </p:cNvCxnSpPr>
            <p:nvPr/>
          </p:nvCxnSpPr>
          <p:spPr>
            <a:xfrm flipV="1">
              <a:off x="6176983" y="3436103"/>
              <a:ext cx="298325" cy="270934"/>
            </a:xfrm>
            <a:prstGeom prst="line">
              <a:avLst/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266 Conector recto"/>
            <p:cNvCxnSpPr>
              <a:endCxn id="263" idx="7"/>
            </p:cNvCxnSpPr>
            <p:nvPr/>
          </p:nvCxnSpPr>
          <p:spPr>
            <a:xfrm flipV="1">
              <a:off x="6186508" y="3556683"/>
              <a:ext cx="390519" cy="139763"/>
            </a:xfrm>
            <a:prstGeom prst="line">
              <a:avLst/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267 Conector recto"/>
            <p:cNvCxnSpPr>
              <a:endCxn id="264" idx="2"/>
            </p:cNvCxnSpPr>
            <p:nvPr/>
          </p:nvCxnSpPr>
          <p:spPr>
            <a:xfrm>
              <a:off x="6176983" y="3714842"/>
              <a:ext cx="307850" cy="26061"/>
            </a:xfrm>
            <a:prstGeom prst="line">
              <a:avLst/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268 Conector recto"/>
            <p:cNvCxnSpPr/>
            <p:nvPr/>
          </p:nvCxnSpPr>
          <p:spPr>
            <a:xfrm>
              <a:off x="6204620" y="3714832"/>
              <a:ext cx="301364" cy="156176"/>
            </a:xfrm>
            <a:prstGeom prst="line">
              <a:avLst/>
            </a:prstGeom>
            <a:ln w="28575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2" name="271 Rectángulo"/>
          <p:cNvSpPr/>
          <p:nvPr/>
        </p:nvSpPr>
        <p:spPr>
          <a:xfrm>
            <a:off x="1259632" y="5951311"/>
            <a:ext cx="504096" cy="340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0" name="269 CuadroTexto"/>
          <p:cNvSpPr txBox="1"/>
          <p:nvPr/>
        </p:nvSpPr>
        <p:spPr>
          <a:xfrm>
            <a:off x="1271154" y="5967527"/>
            <a:ext cx="434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RE</a:t>
            </a:r>
          </a:p>
        </p:txBody>
      </p:sp>
      <p:sp>
        <p:nvSpPr>
          <p:cNvPr id="276" name="275 Rectángulo"/>
          <p:cNvSpPr/>
          <p:nvPr/>
        </p:nvSpPr>
        <p:spPr>
          <a:xfrm>
            <a:off x="807440" y="5933605"/>
            <a:ext cx="252048" cy="3402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4" name="273 CuadroTexto"/>
          <p:cNvSpPr txBox="1"/>
          <p:nvPr/>
        </p:nvSpPr>
        <p:spPr>
          <a:xfrm>
            <a:off x="755576" y="5951311"/>
            <a:ext cx="354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Ar</a:t>
            </a:r>
          </a:p>
        </p:txBody>
      </p:sp>
      <p:cxnSp>
        <p:nvCxnSpPr>
          <p:cNvPr id="282" name="281 Conector recto"/>
          <p:cNvCxnSpPr/>
          <p:nvPr/>
        </p:nvCxnSpPr>
        <p:spPr>
          <a:xfrm flipH="1">
            <a:off x="4459111" y="2039449"/>
            <a:ext cx="189143" cy="0"/>
          </a:xfrm>
          <a:prstGeom prst="line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282 Conector recto"/>
          <p:cNvCxnSpPr/>
          <p:nvPr/>
        </p:nvCxnSpPr>
        <p:spPr>
          <a:xfrm flipH="1">
            <a:off x="4410040" y="1693040"/>
            <a:ext cx="189143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4" name="283 CuadroTexto"/>
          <p:cNvSpPr txBox="1"/>
          <p:nvPr/>
        </p:nvSpPr>
        <p:spPr>
          <a:xfrm>
            <a:off x="4648254" y="1827571"/>
            <a:ext cx="11977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Fibra</a:t>
            </a: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óptica</a:t>
            </a:r>
            <a:endParaRPr lang="en-US" sz="1400" b="1" dirty="0">
              <a:solidFill>
                <a:schemeClr val="accent4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5" name="284 CuadroTexto"/>
          <p:cNvSpPr txBox="1"/>
          <p:nvPr/>
        </p:nvSpPr>
        <p:spPr>
          <a:xfrm>
            <a:off x="4663801" y="1539151"/>
            <a:ext cx="6639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STDP</a:t>
            </a:r>
            <a:endParaRPr lang="en-US" sz="1400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2" name="291 CuadroTexto"/>
          <p:cNvSpPr txBox="1"/>
          <p:nvPr/>
        </p:nvSpPr>
        <p:spPr>
          <a:xfrm>
            <a:off x="2295520" y="692696"/>
            <a:ext cx="49407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u="sng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Esquema de canalizaciones</a:t>
            </a:r>
          </a:p>
        </p:txBody>
      </p:sp>
      <p:cxnSp>
        <p:nvCxnSpPr>
          <p:cNvPr id="2056" name="2055 Conector recto de flecha"/>
          <p:cNvCxnSpPr/>
          <p:nvPr/>
        </p:nvCxnSpPr>
        <p:spPr>
          <a:xfrm>
            <a:off x="4067944" y="2603004"/>
            <a:ext cx="0" cy="3605733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7" name="2056 CuadroTexto"/>
          <p:cNvSpPr txBox="1"/>
          <p:nvPr/>
        </p:nvSpPr>
        <p:spPr>
          <a:xfrm>
            <a:off x="4067944" y="2545159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(1)</a:t>
            </a:r>
          </a:p>
        </p:txBody>
      </p:sp>
      <p:cxnSp>
        <p:nvCxnSpPr>
          <p:cNvPr id="299" name="298 Conector recto de flecha"/>
          <p:cNvCxnSpPr/>
          <p:nvPr/>
        </p:nvCxnSpPr>
        <p:spPr>
          <a:xfrm flipH="1">
            <a:off x="3712781" y="3019316"/>
            <a:ext cx="1263689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1" name="300 CuadroTexto"/>
          <p:cNvSpPr txBox="1"/>
          <p:nvPr/>
        </p:nvSpPr>
        <p:spPr>
          <a:xfrm>
            <a:off x="4237597" y="2956958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(2)</a:t>
            </a:r>
          </a:p>
        </p:txBody>
      </p:sp>
      <p:cxnSp>
        <p:nvCxnSpPr>
          <p:cNvPr id="302" name="301 Conector recto de flecha"/>
          <p:cNvCxnSpPr/>
          <p:nvPr/>
        </p:nvCxnSpPr>
        <p:spPr>
          <a:xfrm flipH="1">
            <a:off x="4909741" y="5695754"/>
            <a:ext cx="631843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4" name="303 CuadroTexto"/>
          <p:cNvSpPr txBox="1"/>
          <p:nvPr/>
        </p:nvSpPr>
        <p:spPr>
          <a:xfrm>
            <a:off x="5408881" y="5454666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(3)</a:t>
            </a:r>
          </a:p>
        </p:txBody>
      </p:sp>
      <p:sp>
        <p:nvSpPr>
          <p:cNvPr id="319" name="318 CuadroTexto"/>
          <p:cNvSpPr txBox="1"/>
          <p:nvPr/>
        </p:nvSpPr>
        <p:spPr>
          <a:xfrm>
            <a:off x="6228184" y="3992284"/>
            <a:ext cx="2952328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(1)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: Red de distribución</a:t>
            </a:r>
          </a:p>
          <a:p>
            <a:pPr>
              <a:spcAft>
                <a:spcPts val="600"/>
              </a:spcAft>
            </a:pP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     (Canalización principal) </a:t>
            </a:r>
          </a:p>
          <a:p>
            <a:pPr>
              <a:spcAft>
                <a:spcPts val="600"/>
              </a:spcAft>
            </a:pPr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(2)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: Red de dispersión</a:t>
            </a:r>
          </a:p>
          <a:p>
            <a:pPr>
              <a:spcAft>
                <a:spcPts val="600"/>
              </a:spcAft>
            </a:pP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      (Canalización secundaria)</a:t>
            </a:r>
          </a:p>
          <a:p>
            <a:pPr>
              <a:spcAft>
                <a:spcPts val="600"/>
              </a:spcAft>
            </a:pPr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(3): 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Red de interior de usuario</a:t>
            </a:r>
          </a:p>
          <a:p>
            <a:pPr>
              <a:spcAft>
                <a:spcPts val="600"/>
              </a:spcAft>
            </a:pP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      (Canalización interior de usuario)</a:t>
            </a:r>
          </a:p>
          <a:p>
            <a:pPr>
              <a:spcAft>
                <a:spcPts val="600"/>
              </a:spcAft>
            </a:pPr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(4): 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Canalización de enlace</a:t>
            </a:r>
          </a:p>
          <a:p>
            <a:pPr>
              <a:spcAft>
                <a:spcPts val="600"/>
              </a:spcAft>
            </a:pPr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(5): 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Canalización externa</a:t>
            </a:r>
          </a:p>
          <a:p>
            <a:pPr>
              <a:spcAft>
                <a:spcPts val="600"/>
              </a:spcAft>
            </a:pPr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(6): 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Red de alimentación</a:t>
            </a:r>
          </a:p>
          <a:p>
            <a:pPr>
              <a:spcAft>
                <a:spcPts val="600"/>
              </a:spcAft>
            </a:pPr>
            <a:endParaRPr lang="es-E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0" name="319 Conector recto de flecha"/>
          <p:cNvCxnSpPr/>
          <p:nvPr/>
        </p:nvCxnSpPr>
        <p:spPr>
          <a:xfrm flipH="1">
            <a:off x="1795974" y="6428629"/>
            <a:ext cx="1434606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" name="320 CuadroTexto"/>
          <p:cNvSpPr txBox="1"/>
          <p:nvPr/>
        </p:nvSpPr>
        <p:spPr>
          <a:xfrm>
            <a:off x="2714479" y="6167928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(4)</a:t>
            </a:r>
          </a:p>
        </p:txBody>
      </p:sp>
      <p:cxnSp>
        <p:nvCxnSpPr>
          <p:cNvPr id="323" name="322 Conector recto de flecha"/>
          <p:cNvCxnSpPr/>
          <p:nvPr/>
        </p:nvCxnSpPr>
        <p:spPr>
          <a:xfrm flipH="1" flipV="1">
            <a:off x="971600" y="5877272"/>
            <a:ext cx="254278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5" name="324 CuadroTexto"/>
          <p:cNvSpPr txBox="1"/>
          <p:nvPr/>
        </p:nvSpPr>
        <p:spPr>
          <a:xfrm>
            <a:off x="653265" y="5517232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(5)</a:t>
            </a:r>
          </a:p>
        </p:txBody>
      </p:sp>
      <p:cxnSp>
        <p:nvCxnSpPr>
          <p:cNvPr id="326" name="325 Conector recto de flecha"/>
          <p:cNvCxnSpPr/>
          <p:nvPr/>
        </p:nvCxnSpPr>
        <p:spPr>
          <a:xfrm flipH="1">
            <a:off x="1043608" y="6597352"/>
            <a:ext cx="2203217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8" name="327 CuadroTexto"/>
          <p:cNvSpPr txBox="1"/>
          <p:nvPr/>
        </p:nvSpPr>
        <p:spPr>
          <a:xfrm>
            <a:off x="731531" y="6468456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(6)</a:t>
            </a:r>
          </a:p>
        </p:txBody>
      </p:sp>
    </p:spTree>
    <p:extLst>
      <p:ext uri="{BB962C8B-B14F-4D97-AF65-F5344CB8AC3E}">
        <p14:creationId xmlns:p14="http://schemas.microsoft.com/office/powerpoint/2010/main" val="7225941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Forma en L"/>
          <p:cNvSpPr/>
          <p:nvPr/>
        </p:nvSpPr>
        <p:spPr>
          <a:xfrm rot="5400000">
            <a:off x="1108166" y="-1177835"/>
            <a:ext cx="6891161" cy="9180514"/>
          </a:xfrm>
          <a:prstGeom prst="corner">
            <a:avLst>
              <a:gd name="adj1" fmla="val 9937"/>
              <a:gd name="adj2" fmla="val 10583"/>
            </a:avLst>
          </a:prstGeom>
          <a:gradFill flip="none" rotWithShape="1">
            <a:gsLst>
              <a:gs pos="100000">
                <a:srgbClr val="83A62A"/>
              </a:gs>
              <a:gs pos="0">
                <a:schemeClr val="tx1"/>
              </a:gs>
              <a:gs pos="9000">
                <a:schemeClr val="tx1"/>
              </a:gs>
              <a:gs pos="24000">
                <a:schemeClr val="accent3">
                  <a:lumMod val="50000"/>
                </a:schemeClr>
              </a:gs>
              <a:gs pos="61000">
                <a:srgbClr val="83A62A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innerShdw blurRad="63500" dist="1016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CuadroTexto"/>
          <p:cNvSpPr txBox="1"/>
          <p:nvPr/>
        </p:nvSpPr>
        <p:spPr>
          <a:xfrm>
            <a:off x="2915816" y="-33159"/>
            <a:ext cx="34846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Diseño de </a:t>
            </a:r>
            <a:r>
              <a:rPr lang="es-ES" sz="3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</a:t>
            </a:r>
            <a:endParaRPr lang="es-ES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1"/>
            <a:ext cx="713290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6178" y="6309320"/>
            <a:ext cx="451366" cy="365125"/>
          </a:xfrm>
        </p:spPr>
        <p:txBody>
          <a:bodyPr/>
          <a:lstStyle/>
          <a:p>
            <a:fld id="{DAD8BA2F-E335-4939-99DC-A7E50E548284}" type="slidenum">
              <a: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</a:t>
            </a:fld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74 CuadroTexto"/>
          <p:cNvSpPr txBox="1"/>
          <p:nvPr/>
        </p:nvSpPr>
        <p:spPr>
          <a:xfrm>
            <a:off x="611560" y="1440066"/>
            <a:ext cx="8928992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Redes de canalizaciones con todas las </a:t>
            </a:r>
            <a:r>
              <a:rPr lang="es-E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tomas necesarias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en vivienda/habitación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Garantizar en cada toma de usuario los </a:t>
            </a:r>
            <a:r>
              <a:rPr lang="es-E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parámetros de calidad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siguientes:</a:t>
            </a:r>
          </a:p>
          <a:p>
            <a:pPr>
              <a:spcAft>
                <a:spcPts val="600"/>
              </a:spcAft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   - rango de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nivel de señal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dB</a:t>
            </a:r>
            <a:r>
              <a:rPr lang="el-GR" b="1" dirty="0">
                <a:latin typeface="Arial" panose="020B0604020202020204" pitchFamily="34" charset="0"/>
                <a:cs typeface="Arial" panose="020B0604020202020204" pitchFamily="34" charset="0"/>
              </a:rPr>
              <a:t>μ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pPr>
              <a:spcAft>
                <a:spcPts val="600"/>
              </a:spcAft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   - relación (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C/N)</a:t>
            </a:r>
            <a:r>
              <a:rPr lang="es-ES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máxima (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dB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spcAft>
                <a:spcPts val="600"/>
              </a:spcAft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   - operación en el rango de frecuencias requerido (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5-2150 MHz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spcAft>
                <a:spcPts val="600"/>
              </a:spcAft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   - relación portadora-interferencias máxima (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dB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spcAft>
                <a:spcPts val="600"/>
              </a:spcAft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   - relación de intermodulación máxima (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dB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spcAft>
                <a:spcPts val="600"/>
              </a:spcAft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   - Bit Error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Rate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máximo (</a:t>
            </a:r>
            <a:r>
              <a:rPr lang="es-ES" b="1" dirty="0" err="1">
                <a:latin typeface="Arial" panose="020B0604020202020204" pitchFamily="34" charset="0"/>
                <a:cs typeface="Arial" panose="020B0604020202020204" pitchFamily="34" charset="0"/>
              </a:rPr>
              <a:t>BER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2" name="291 CuadroTexto"/>
          <p:cNvSpPr txBox="1"/>
          <p:nvPr/>
        </p:nvSpPr>
        <p:spPr>
          <a:xfrm>
            <a:off x="2843808" y="692696"/>
            <a:ext cx="36006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u="sng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Objetivos de diseño</a:t>
            </a:r>
          </a:p>
        </p:txBody>
      </p:sp>
    </p:spTree>
    <p:extLst>
      <p:ext uri="{BB962C8B-B14F-4D97-AF65-F5344CB8AC3E}">
        <p14:creationId xmlns:p14="http://schemas.microsoft.com/office/powerpoint/2010/main" val="31293134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Forma en L"/>
          <p:cNvSpPr/>
          <p:nvPr/>
        </p:nvSpPr>
        <p:spPr>
          <a:xfrm rot="5400000">
            <a:off x="1108166" y="-1177835"/>
            <a:ext cx="6891161" cy="9180514"/>
          </a:xfrm>
          <a:prstGeom prst="corner">
            <a:avLst>
              <a:gd name="adj1" fmla="val 9937"/>
              <a:gd name="adj2" fmla="val 10583"/>
            </a:avLst>
          </a:prstGeom>
          <a:gradFill flip="none" rotWithShape="1">
            <a:gsLst>
              <a:gs pos="100000">
                <a:srgbClr val="83A62A"/>
              </a:gs>
              <a:gs pos="0">
                <a:schemeClr val="tx1"/>
              </a:gs>
              <a:gs pos="9000">
                <a:schemeClr val="tx1"/>
              </a:gs>
              <a:gs pos="24000">
                <a:schemeClr val="accent3">
                  <a:lumMod val="50000"/>
                </a:schemeClr>
              </a:gs>
              <a:gs pos="61000">
                <a:srgbClr val="83A62A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innerShdw blurRad="63500" dist="1016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CuadroTexto"/>
          <p:cNvSpPr txBox="1"/>
          <p:nvPr/>
        </p:nvSpPr>
        <p:spPr>
          <a:xfrm>
            <a:off x="2915816" y="-33159"/>
            <a:ext cx="34846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Diseño de </a:t>
            </a:r>
            <a:r>
              <a:rPr lang="es-ES" sz="3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</a:t>
            </a:r>
            <a:endParaRPr lang="es-ES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1"/>
            <a:ext cx="713290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6178" y="6309320"/>
            <a:ext cx="451366" cy="365125"/>
          </a:xfrm>
        </p:spPr>
        <p:txBody>
          <a:bodyPr/>
          <a:lstStyle/>
          <a:p>
            <a:fld id="{DAD8BA2F-E335-4939-99DC-A7E50E548284}" type="slidenum">
              <a: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</a:t>
            </a:fld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2" name="291 CuadroTexto"/>
          <p:cNvSpPr txBox="1"/>
          <p:nvPr/>
        </p:nvSpPr>
        <p:spPr>
          <a:xfrm>
            <a:off x="1835696" y="692696"/>
            <a:ext cx="56044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u="sng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Niveles de cabecera necesarios</a:t>
            </a: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150" y="2224630"/>
            <a:ext cx="7497266" cy="1769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752" y="4321746"/>
            <a:ext cx="7615664" cy="761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851474" y="1220559"/>
            <a:ext cx="854506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Se deberán instalar los equipos de cabecera necesarios para distribuir todos aquellos canales de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RTV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siempre que presenten niveles superiores a: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61245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Forma en L"/>
          <p:cNvSpPr/>
          <p:nvPr/>
        </p:nvSpPr>
        <p:spPr>
          <a:xfrm rot="5400000">
            <a:off x="1108166" y="-1177835"/>
            <a:ext cx="6891161" cy="9180514"/>
          </a:xfrm>
          <a:prstGeom prst="corner">
            <a:avLst>
              <a:gd name="adj1" fmla="val 9937"/>
              <a:gd name="adj2" fmla="val 10583"/>
            </a:avLst>
          </a:prstGeom>
          <a:gradFill flip="none" rotWithShape="1">
            <a:gsLst>
              <a:gs pos="100000">
                <a:srgbClr val="83A62A"/>
              </a:gs>
              <a:gs pos="0">
                <a:schemeClr val="tx1"/>
              </a:gs>
              <a:gs pos="9000">
                <a:schemeClr val="tx1"/>
              </a:gs>
              <a:gs pos="24000">
                <a:schemeClr val="accent3">
                  <a:lumMod val="50000"/>
                </a:schemeClr>
              </a:gs>
              <a:gs pos="61000">
                <a:srgbClr val="83A62A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innerShdw blurRad="63500" dist="1016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CuadroTexto"/>
          <p:cNvSpPr txBox="1"/>
          <p:nvPr/>
        </p:nvSpPr>
        <p:spPr>
          <a:xfrm>
            <a:off x="2915816" y="-33159"/>
            <a:ext cx="34846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Diseño de </a:t>
            </a:r>
            <a:r>
              <a:rPr lang="es-ES" sz="3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</a:t>
            </a:r>
            <a:endParaRPr lang="es-ES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1"/>
            <a:ext cx="713290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6178" y="6309320"/>
            <a:ext cx="451366" cy="365125"/>
          </a:xfrm>
        </p:spPr>
        <p:txBody>
          <a:bodyPr/>
          <a:lstStyle/>
          <a:p>
            <a:fld id="{DAD8BA2F-E335-4939-99DC-A7E50E548284}" type="slidenum">
              <a: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fld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2" name="291 CuadroTexto"/>
          <p:cNvSpPr txBox="1"/>
          <p:nvPr/>
        </p:nvSpPr>
        <p:spPr>
          <a:xfrm>
            <a:off x="2843808" y="692696"/>
            <a:ext cx="36006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u="sng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Objetivos de diseño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6237312"/>
            <a:ext cx="4176464" cy="5861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12 Rectángulo"/>
          <p:cNvSpPr/>
          <p:nvPr/>
        </p:nvSpPr>
        <p:spPr>
          <a:xfrm>
            <a:off x="851474" y="1124744"/>
            <a:ext cx="71429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Se deberán garantizar en cada toma de usuario: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681" y="1449049"/>
            <a:ext cx="4103543" cy="4816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75875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Forma en L"/>
          <p:cNvSpPr/>
          <p:nvPr/>
        </p:nvSpPr>
        <p:spPr>
          <a:xfrm rot="5400000">
            <a:off x="1108166" y="-1177835"/>
            <a:ext cx="6891161" cy="9180514"/>
          </a:xfrm>
          <a:prstGeom prst="corner">
            <a:avLst>
              <a:gd name="adj1" fmla="val 9937"/>
              <a:gd name="adj2" fmla="val 10583"/>
            </a:avLst>
          </a:prstGeom>
          <a:gradFill flip="none" rotWithShape="1">
            <a:gsLst>
              <a:gs pos="100000">
                <a:srgbClr val="83A62A"/>
              </a:gs>
              <a:gs pos="0">
                <a:schemeClr val="tx1"/>
              </a:gs>
              <a:gs pos="9000">
                <a:schemeClr val="tx1"/>
              </a:gs>
              <a:gs pos="24000">
                <a:schemeClr val="accent3">
                  <a:lumMod val="50000"/>
                </a:schemeClr>
              </a:gs>
              <a:gs pos="61000">
                <a:srgbClr val="83A62A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innerShdw blurRad="63500" dist="1016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CuadroTexto"/>
          <p:cNvSpPr txBox="1"/>
          <p:nvPr/>
        </p:nvSpPr>
        <p:spPr>
          <a:xfrm>
            <a:off x="2915816" y="-33159"/>
            <a:ext cx="34846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Diseño de </a:t>
            </a:r>
            <a:r>
              <a:rPr lang="es-ES" sz="3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</a:t>
            </a:r>
            <a:endParaRPr lang="es-ES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1"/>
            <a:ext cx="713290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6178" y="6309320"/>
            <a:ext cx="451366" cy="365125"/>
          </a:xfrm>
        </p:spPr>
        <p:txBody>
          <a:bodyPr/>
          <a:lstStyle/>
          <a:p>
            <a:fld id="{DAD8BA2F-E335-4939-99DC-A7E50E548284}" type="slidenum">
              <a: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</a:t>
            </a:fld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2" name="291 CuadroTexto"/>
          <p:cNvSpPr txBox="1"/>
          <p:nvPr/>
        </p:nvSpPr>
        <p:spPr>
          <a:xfrm>
            <a:off x="2794689" y="692696"/>
            <a:ext cx="40815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u="sng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Sistemas de recepción</a:t>
            </a:r>
          </a:p>
        </p:txBody>
      </p:sp>
      <p:grpSp>
        <p:nvGrpSpPr>
          <p:cNvPr id="10" name="9 Grupo"/>
          <p:cNvGrpSpPr/>
          <p:nvPr/>
        </p:nvGrpSpPr>
        <p:grpSpPr>
          <a:xfrm>
            <a:off x="971600" y="1414849"/>
            <a:ext cx="701813" cy="897534"/>
            <a:chOff x="1676338" y="803460"/>
            <a:chExt cx="325542" cy="565716"/>
          </a:xfrm>
        </p:grpSpPr>
        <p:cxnSp>
          <p:nvCxnSpPr>
            <p:cNvPr id="11" name="10 Conector recto"/>
            <p:cNvCxnSpPr/>
            <p:nvPr/>
          </p:nvCxnSpPr>
          <p:spPr>
            <a:xfrm>
              <a:off x="1691680" y="1030606"/>
              <a:ext cx="0" cy="33857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11 Conector recto"/>
            <p:cNvCxnSpPr/>
            <p:nvPr/>
          </p:nvCxnSpPr>
          <p:spPr>
            <a:xfrm flipH="1">
              <a:off x="1680597" y="907169"/>
              <a:ext cx="299115" cy="14329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13 Conector recto"/>
            <p:cNvCxnSpPr/>
            <p:nvPr/>
          </p:nvCxnSpPr>
          <p:spPr>
            <a:xfrm>
              <a:off x="1932570" y="858880"/>
              <a:ext cx="69310" cy="1133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14 Conector recto"/>
            <p:cNvCxnSpPr/>
            <p:nvPr/>
          </p:nvCxnSpPr>
          <p:spPr>
            <a:xfrm>
              <a:off x="1880032" y="892094"/>
              <a:ext cx="69310" cy="1133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15 Conector recto"/>
            <p:cNvCxnSpPr/>
            <p:nvPr/>
          </p:nvCxnSpPr>
          <p:spPr>
            <a:xfrm>
              <a:off x="1813566" y="914262"/>
              <a:ext cx="69310" cy="1133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16 Conector recto"/>
            <p:cNvCxnSpPr/>
            <p:nvPr/>
          </p:nvCxnSpPr>
          <p:spPr>
            <a:xfrm>
              <a:off x="1752604" y="953056"/>
              <a:ext cx="69310" cy="1133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17 Conector recto"/>
            <p:cNvCxnSpPr/>
            <p:nvPr/>
          </p:nvCxnSpPr>
          <p:spPr>
            <a:xfrm flipV="1">
              <a:off x="1680634" y="803460"/>
              <a:ext cx="149558" cy="24103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18 Conector recto"/>
            <p:cNvCxnSpPr/>
            <p:nvPr/>
          </p:nvCxnSpPr>
          <p:spPr>
            <a:xfrm>
              <a:off x="1676338" y="1044494"/>
              <a:ext cx="303374" cy="794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3 Triángulo isósceles"/>
          <p:cNvSpPr/>
          <p:nvPr/>
        </p:nvSpPr>
        <p:spPr>
          <a:xfrm rot="5400000">
            <a:off x="2032786" y="1809650"/>
            <a:ext cx="826431" cy="972108"/>
          </a:xfrm>
          <a:prstGeom prst="triangl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5 Conector recto"/>
          <p:cNvCxnSpPr/>
          <p:nvPr/>
        </p:nvCxnSpPr>
        <p:spPr>
          <a:xfrm>
            <a:off x="1006107" y="2312383"/>
            <a:ext cx="95384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recto"/>
          <p:cNvCxnSpPr/>
          <p:nvPr/>
        </p:nvCxnSpPr>
        <p:spPr>
          <a:xfrm>
            <a:off x="2932056" y="2295704"/>
            <a:ext cx="47692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7 Rectángulo"/>
          <p:cNvSpPr/>
          <p:nvPr/>
        </p:nvSpPr>
        <p:spPr>
          <a:xfrm>
            <a:off x="3419872" y="2078310"/>
            <a:ext cx="1062383" cy="43200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23 Rectángulo"/>
          <p:cNvSpPr/>
          <p:nvPr/>
        </p:nvSpPr>
        <p:spPr>
          <a:xfrm>
            <a:off x="4949777" y="2061057"/>
            <a:ext cx="1062383" cy="46934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25 Conector recto"/>
          <p:cNvCxnSpPr>
            <a:endCxn id="28" idx="1"/>
          </p:cNvCxnSpPr>
          <p:nvPr/>
        </p:nvCxnSpPr>
        <p:spPr>
          <a:xfrm>
            <a:off x="6012644" y="2294310"/>
            <a:ext cx="720080" cy="1209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26 Conector recto"/>
          <p:cNvCxnSpPr/>
          <p:nvPr/>
        </p:nvCxnSpPr>
        <p:spPr>
          <a:xfrm>
            <a:off x="4499992" y="2294125"/>
            <a:ext cx="47692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27 Rectángulo"/>
          <p:cNvSpPr/>
          <p:nvPr/>
        </p:nvSpPr>
        <p:spPr>
          <a:xfrm>
            <a:off x="6732724" y="2060848"/>
            <a:ext cx="1062383" cy="46934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29 Conector recto"/>
          <p:cNvCxnSpPr/>
          <p:nvPr/>
        </p:nvCxnSpPr>
        <p:spPr>
          <a:xfrm>
            <a:off x="7795107" y="2273495"/>
            <a:ext cx="2384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22 Elipse"/>
          <p:cNvSpPr/>
          <p:nvPr/>
        </p:nvSpPr>
        <p:spPr>
          <a:xfrm>
            <a:off x="8033567" y="2078310"/>
            <a:ext cx="360000" cy="3600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24 Cerrar llave"/>
          <p:cNvSpPr/>
          <p:nvPr/>
        </p:nvSpPr>
        <p:spPr>
          <a:xfrm rot="5400000">
            <a:off x="956225" y="2588567"/>
            <a:ext cx="257283" cy="703502"/>
          </a:xfrm>
          <a:prstGeom prst="righ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33 Cerrar llave"/>
          <p:cNvSpPr/>
          <p:nvPr/>
        </p:nvSpPr>
        <p:spPr>
          <a:xfrm rot="5400000">
            <a:off x="2374463" y="2272910"/>
            <a:ext cx="257285" cy="1334819"/>
          </a:xfrm>
          <a:prstGeom prst="righ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34 Cerrar llave"/>
          <p:cNvSpPr/>
          <p:nvPr/>
        </p:nvSpPr>
        <p:spPr>
          <a:xfrm rot="5400000">
            <a:off x="5447115" y="715009"/>
            <a:ext cx="401301" cy="4533140"/>
          </a:xfrm>
          <a:prstGeom prst="righ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35 Cerrar llave"/>
          <p:cNvSpPr/>
          <p:nvPr/>
        </p:nvSpPr>
        <p:spPr>
          <a:xfrm rot="5400000">
            <a:off x="8196063" y="2588567"/>
            <a:ext cx="257283" cy="703502"/>
          </a:xfrm>
          <a:prstGeom prst="righ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28 CuadroTexto"/>
          <p:cNvSpPr txBox="1"/>
          <p:nvPr/>
        </p:nvSpPr>
        <p:spPr>
          <a:xfrm>
            <a:off x="611560" y="3284984"/>
            <a:ext cx="10550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Antena</a:t>
            </a:r>
          </a:p>
        </p:txBody>
      </p:sp>
      <p:sp>
        <p:nvSpPr>
          <p:cNvPr id="38" name="37 CuadroTexto"/>
          <p:cNvSpPr txBox="1"/>
          <p:nvPr/>
        </p:nvSpPr>
        <p:spPr>
          <a:xfrm>
            <a:off x="1763688" y="3284984"/>
            <a:ext cx="21210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Preamplificador</a:t>
            </a:r>
          </a:p>
        </p:txBody>
      </p:sp>
      <p:sp>
        <p:nvSpPr>
          <p:cNvPr id="39" name="38 CuadroTexto"/>
          <p:cNvSpPr txBox="1"/>
          <p:nvPr/>
        </p:nvSpPr>
        <p:spPr>
          <a:xfrm>
            <a:off x="4035083" y="3284984"/>
            <a:ext cx="2592376" cy="15542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Elementos pasivos:</a:t>
            </a:r>
          </a:p>
          <a:p>
            <a:pPr>
              <a:spcAft>
                <a:spcPts val="600"/>
              </a:spcAft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- Cables</a:t>
            </a:r>
          </a:p>
          <a:p>
            <a:pPr>
              <a:spcAft>
                <a:spcPts val="600"/>
              </a:spcAft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- Derivadores</a:t>
            </a:r>
          </a:p>
          <a:p>
            <a:pPr>
              <a:spcAft>
                <a:spcPts val="600"/>
              </a:spcAft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- Distribuidores</a:t>
            </a:r>
          </a:p>
        </p:txBody>
      </p:sp>
      <p:sp>
        <p:nvSpPr>
          <p:cNvPr id="40" name="39 CuadroTexto"/>
          <p:cNvSpPr txBox="1"/>
          <p:nvPr/>
        </p:nvSpPr>
        <p:spPr>
          <a:xfrm>
            <a:off x="6958619" y="3289055"/>
            <a:ext cx="22174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Toma de usuario</a:t>
            </a:r>
          </a:p>
        </p:txBody>
      </p:sp>
    </p:spTree>
    <p:extLst>
      <p:ext uri="{BB962C8B-B14F-4D97-AF65-F5344CB8AC3E}">
        <p14:creationId xmlns:p14="http://schemas.microsoft.com/office/powerpoint/2010/main" val="23261815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Forma en L"/>
          <p:cNvSpPr/>
          <p:nvPr/>
        </p:nvSpPr>
        <p:spPr>
          <a:xfrm rot="5400000">
            <a:off x="1108166" y="-1177835"/>
            <a:ext cx="6891161" cy="9180514"/>
          </a:xfrm>
          <a:prstGeom prst="corner">
            <a:avLst>
              <a:gd name="adj1" fmla="val 9937"/>
              <a:gd name="adj2" fmla="val 10583"/>
            </a:avLst>
          </a:prstGeom>
          <a:gradFill flip="none" rotWithShape="1">
            <a:gsLst>
              <a:gs pos="100000">
                <a:srgbClr val="83A62A"/>
              </a:gs>
              <a:gs pos="0">
                <a:schemeClr val="tx1"/>
              </a:gs>
              <a:gs pos="9000">
                <a:schemeClr val="tx1"/>
              </a:gs>
              <a:gs pos="24000">
                <a:schemeClr val="accent3">
                  <a:lumMod val="50000"/>
                </a:schemeClr>
              </a:gs>
              <a:gs pos="61000">
                <a:srgbClr val="83A62A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innerShdw blurRad="63500" dist="1016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CuadroTexto"/>
          <p:cNvSpPr txBox="1"/>
          <p:nvPr/>
        </p:nvSpPr>
        <p:spPr>
          <a:xfrm>
            <a:off x="3705168" y="-33159"/>
            <a:ext cx="15183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</a:p>
        </p:txBody>
      </p:sp>
      <p:sp>
        <p:nvSpPr>
          <p:cNvPr id="4" name="3 CuadroTexto"/>
          <p:cNvSpPr txBox="1"/>
          <p:nvPr/>
        </p:nvSpPr>
        <p:spPr>
          <a:xfrm>
            <a:off x="755576" y="1052736"/>
            <a:ext cx="83910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u="sng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Infraestructuras Comunes de Telecomunicación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1"/>
            <a:ext cx="713290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1763688" y="1700808"/>
            <a:ext cx="532859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t"/>
            <a:r>
              <a:rPr lang="es-ES_tradnl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5.1. </a:t>
            </a:r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Introducción a las </a:t>
            </a:r>
            <a:r>
              <a:rPr lang="es-ES" sz="24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5.2. Magnitudes y unidades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5.3. Servicios ofrecidos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5.4. Diseño de </a:t>
            </a:r>
            <a:r>
              <a:rPr lang="es-ES" sz="24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5.5. Parámetros de calidad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_tradnl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5.6. </a:t>
            </a:r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Componentes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5.7. Ejemplo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5.8. Presentación de la memoria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5.9. Información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6178" y="6309320"/>
            <a:ext cx="370384" cy="365125"/>
          </a:xfrm>
        </p:spPr>
        <p:txBody>
          <a:bodyPr/>
          <a:lstStyle/>
          <a:p>
            <a:fld id="{DAD8BA2F-E335-4939-99DC-A7E50E548284}" type="slidenum">
              <a: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</a:t>
            </a:fld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60523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Forma en L"/>
          <p:cNvSpPr/>
          <p:nvPr/>
        </p:nvSpPr>
        <p:spPr>
          <a:xfrm rot="5400000">
            <a:off x="1108166" y="-1177835"/>
            <a:ext cx="6891161" cy="9180514"/>
          </a:xfrm>
          <a:prstGeom prst="corner">
            <a:avLst>
              <a:gd name="adj1" fmla="val 9937"/>
              <a:gd name="adj2" fmla="val 10583"/>
            </a:avLst>
          </a:prstGeom>
          <a:gradFill flip="none" rotWithShape="1">
            <a:gsLst>
              <a:gs pos="100000">
                <a:srgbClr val="83A62A"/>
              </a:gs>
              <a:gs pos="0">
                <a:schemeClr val="tx1"/>
              </a:gs>
              <a:gs pos="9000">
                <a:schemeClr val="tx1"/>
              </a:gs>
              <a:gs pos="24000">
                <a:schemeClr val="accent3">
                  <a:lumMod val="50000"/>
                </a:schemeClr>
              </a:gs>
              <a:gs pos="61000">
                <a:srgbClr val="83A62A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innerShdw blurRad="63500" dist="1016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CuadroTexto"/>
          <p:cNvSpPr txBox="1"/>
          <p:nvPr/>
        </p:nvSpPr>
        <p:spPr>
          <a:xfrm>
            <a:off x="2415237" y="-33159"/>
            <a:ext cx="51090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Parámetros de calidad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1"/>
            <a:ext cx="713290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6178" y="6309320"/>
            <a:ext cx="451366" cy="365125"/>
          </a:xfrm>
        </p:spPr>
        <p:txBody>
          <a:bodyPr/>
          <a:lstStyle/>
          <a:p>
            <a:fld id="{DAD8BA2F-E335-4939-99DC-A7E50E548284}" type="slidenum">
              <a: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</a:t>
            </a:fld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" name="9 Grupo"/>
          <p:cNvGrpSpPr/>
          <p:nvPr/>
        </p:nvGrpSpPr>
        <p:grpSpPr>
          <a:xfrm>
            <a:off x="683568" y="1414849"/>
            <a:ext cx="701813" cy="897534"/>
            <a:chOff x="1676338" y="803460"/>
            <a:chExt cx="325542" cy="565716"/>
          </a:xfrm>
        </p:grpSpPr>
        <p:cxnSp>
          <p:nvCxnSpPr>
            <p:cNvPr id="11" name="10 Conector recto"/>
            <p:cNvCxnSpPr/>
            <p:nvPr/>
          </p:nvCxnSpPr>
          <p:spPr>
            <a:xfrm>
              <a:off x="1691680" y="1030606"/>
              <a:ext cx="0" cy="33857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11 Conector recto"/>
            <p:cNvCxnSpPr/>
            <p:nvPr/>
          </p:nvCxnSpPr>
          <p:spPr>
            <a:xfrm flipH="1">
              <a:off x="1680597" y="907169"/>
              <a:ext cx="299115" cy="14329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13 Conector recto"/>
            <p:cNvCxnSpPr/>
            <p:nvPr/>
          </p:nvCxnSpPr>
          <p:spPr>
            <a:xfrm>
              <a:off x="1932570" y="858880"/>
              <a:ext cx="69310" cy="1133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14 Conector recto"/>
            <p:cNvCxnSpPr/>
            <p:nvPr/>
          </p:nvCxnSpPr>
          <p:spPr>
            <a:xfrm>
              <a:off x="1880032" y="892094"/>
              <a:ext cx="69310" cy="1133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15 Conector recto"/>
            <p:cNvCxnSpPr/>
            <p:nvPr/>
          </p:nvCxnSpPr>
          <p:spPr>
            <a:xfrm>
              <a:off x="1813566" y="914262"/>
              <a:ext cx="69310" cy="1133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16 Conector recto"/>
            <p:cNvCxnSpPr/>
            <p:nvPr/>
          </p:nvCxnSpPr>
          <p:spPr>
            <a:xfrm>
              <a:off x="1752604" y="953056"/>
              <a:ext cx="69310" cy="1133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17 Conector recto"/>
            <p:cNvCxnSpPr/>
            <p:nvPr/>
          </p:nvCxnSpPr>
          <p:spPr>
            <a:xfrm flipV="1">
              <a:off x="1680634" y="803460"/>
              <a:ext cx="149558" cy="24103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18 Conector recto"/>
            <p:cNvCxnSpPr/>
            <p:nvPr/>
          </p:nvCxnSpPr>
          <p:spPr>
            <a:xfrm>
              <a:off x="1676338" y="1044494"/>
              <a:ext cx="303374" cy="794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3 Triángulo isósceles"/>
          <p:cNvSpPr/>
          <p:nvPr/>
        </p:nvSpPr>
        <p:spPr>
          <a:xfrm rot="5400000">
            <a:off x="1744754" y="1809650"/>
            <a:ext cx="826431" cy="972108"/>
          </a:xfrm>
          <a:prstGeom prst="triangl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5 Conector recto"/>
          <p:cNvCxnSpPr/>
          <p:nvPr/>
        </p:nvCxnSpPr>
        <p:spPr>
          <a:xfrm>
            <a:off x="718075" y="2312383"/>
            <a:ext cx="95384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recto"/>
          <p:cNvCxnSpPr/>
          <p:nvPr/>
        </p:nvCxnSpPr>
        <p:spPr>
          <a:xfrm>
            <a:off x="2644024" y="2295704"/>
            <a:ext cx="47692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7 Rectángulo"/>
          <p:cNvSpPr/>
          <p:nvPr/>
        </p:nvSpPr>
        <p:spPr>
          <a:xfrm>
            <a:off x="3131840" y="2078310"/>
            <a:ext cx="1062383" cy="43200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23 Rectángulo"/>
          <p:cNvSpPr/>
          <p:nvPr/>
        </p:nvSpPr>
        <p:spPr>
          <a:xfrm>
            <a:off x="4661745" y="2061057"/>
            <a:ext cx="1062383" cy="46934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25 Conector recto"/>
          <p:cNvCxnSpPr>
            <a:endCxn id="28" idx="1"/>
          </p:cNvCxnSpPr>
          <p:nvPr/>
        </p:nvCxnSpPr>
        <p:spPr>
          <a:xfrm>
            <a:off x="5724612" y="2294310"/>
            <a:ext cx="720080" cy="1209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26 Conector recto"/>
          <p:cNvCxnSpPr/>
          <p:nvPr/>
        </p:nvCxnSpPr>
        <p:spPr>
          <a:xfrm>
            <a:off x="4211960" y="2294125"/>
            <a:ext cx="47692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27 Rectángulo"/>
          <p:cNvSpPr/>
          <p:nvPr/>
        </p:nvSpPr>
        <p:spPr>
          <a:xfrm>
            <a:off x="6444692" y="2060848"/>
            <a:ext cx="1062383" cy="469341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29 Conector recto"/>
          <p:cNvCxnSpPr/>
          <p:nvPr/>
        </p:nvCxnSpPr>
        <p:spPr>
          <a:xfrm>
            <a:off x="7507075" y="2273495"/>
            <a:ext cx="2384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22 Elipse"/>
          <p:cNvSpPr/>
          <p:nvPr/>
        </p:nvSpPr>
        <p:spPr>
          <a:xfrm>
            <a:off x="7745534" y="1919828"/>
            <a:ext cx="720000" cy="72008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4 CuadroTexto"/>
          <p:cNvSpPr txBox="1"/>
          <p:nvPr/>
        </p:nvSpPr>
        <p:spPr>
          <a:xfrm>
            <a:off x="1671916" y="2109459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,g</a:t>
            </a:r>
            <a:r>
              <a:rPr lang="en-US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b="1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36 CuadroTexto"/>
          <p:cNvSpPr txBox="1"/>
          <p:nvPr/>
        </p:nvSpPr>
        <p:spPr>
          <a:xfrm>
            <a:off x="3327421" y="2112816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,g</a:t>
            </a:r>
            <a:r>
              <a:rPr lang="en-US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b="1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40 CuadroTexto"/>
          <p:cNvSpPr txBox="1"/>
          <p:nvPr/>
        </p:nvSpPr>
        <p:spPr>
          <a:xfrm>
            <a:off x="4822530" y="2115603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,g</a:t>
            </a:r>
            <a:r>
              <a:rPr lang="en-US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US" b="1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41 CuadroTexto"/>
          <p:cNvSpPr txBox="1"/>
          <p:nvPr/>
        </p:nvSpPr>
        <p:spPr>
          <a:xfrm>
            <a:off x="6498533" y="2127717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,g</a:t>
            </a:r>
            <a:r>
              <a:rPr lang="en-US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</a:p>
        </p:txBody>
      </p:sp>
      <p:sp>
        <p:nvSpPr>
          <p:cNvPr id="43" name="42 CuadroTexto"/>
          <p:cNvSpPr txBox="1"/>
          <p:nvPr/>
        </p:nvSpPr>
        <p:spPr>
          <a:xfrm>
            <a:off x="7734921" y="2051556"/>
            <a:ext cx="688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,g</a:t>
            </a:r>
            <a:r>
              <a:rPr lang="en-US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endParaRPr lang="en-US" b="1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1040404" y="1916832"/>
            <a:ext cx="5038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sz="2000" b="1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</a:p>
        </p:txBody>
      </p:sp>
      <p:sp>
        <p:nvSpPr>
          <p:cNvPr id="44" name="43 CuadroTexto"/>
          <p:cNvSpPr txBox="1"/>
          <p:nvPr/>
        </p:nvSpPr>
        <p:spPr>
          <a:xfrm>
            <a:off x="723818" y="2315307"/>
            <a:ext cx="9492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(C/N)</a:t>
            </a:r>
            <a:r>
              <a:rPr lang="en-US" sz="2000" b="1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</a:p>
        </p:txBody>
      </p:sp>
      <p:sp>
        <p:nvSpPr>
          <p:cNvPr id="45" name="44 CuadroTexto"/>
          <p:cNvSpPr txBox="1"/>
          <p:nvPr/>
        </p:nvSpPr>
        <p:spPr>
          <a:xfrm>
            <a:off x="8465534" y="1832017"/>
            <a:ext cx="6032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sz="2000" b="1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</a:t>
            </a:r>
            <a:endParaRPr lang="en-US" sz="2000" b="1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45 CuadroTexto"/>
          <p:cNvSpPr txBox="1"/>
          <p:nvPr/>
        </p:nvSpPr>
        <p:spPr>
          <a:xfrm>
            <a:off x="8100392" y="2518979"/>
            <a:ext cx="10631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(C/N)</a:t>
            </a:r>
            <a:r>
              <a:rPr lang="en-US" sz="2000" b="1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</a:t>
            </a:r>
          </a:p>
        </p:txBody>
      </p:sp>
      <p:sp>
        <p:nvSpPr>
          <p:cNvPr id="13" name="12 CuadroTexto"/>
          <p:cNvSpPr txBox="1"/>
          <p:nvPr/>
        </p:nvSpPr>
        <p:spPr>
          <a:xfrm>
            <a:off x="1189334" y="3022251"/>
            <a:ext cx="6708888" cy="41703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s-ES" sz="2000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=Nivel mínimo de antena (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dBμV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spcAft>
                <a:spcPts val="600"/>
              </a:spcAft>
            </a:pP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s-ES" sz="2000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out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=Nivel de señal en la toma de usuario (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dBμV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spcAft>
                <a:spcPts val="600"/>
              </a:spcAft>
            </a:pP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ES" sz="20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=factor de ruido del componente</a:t>
            </a:r>
          </a:p>
          <a:p>
            <a:pPr>
              <a:spcAft>
                <a:spcPts val="600"/>
              </a:spcAft>
            </a:pP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s-ES" sz="2000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=ganancia del componente i</a:t>
            </a:r>
          </a:p>
          <a:p>
            <a:pPr>
              <a:spcAft>
                <a:spcPts val="600"/>
              </a:spcAft>
            </a:pP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</a:t>
            </a:r>
            <a:r>
              <a:rPr lang="es-ES" sz="20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=atenuación del componente i = 1/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s-ES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E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(unidades lineales)</a:t>
            </a:r>
            <a:endParaRPr lang="es-ES" sz="20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				 = -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s-ES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E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(dB)</a:t>
            </a:r>
          </a:p>
          <a:p>
            <a:pPr>
              <a:spcAft>
                <a:spcPts val="600"/>
              </a:spcAft>
            </a:pP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(C/N)</a:t>
            </a:r>
            <a:r>
              <a:rPr lang="es-ES" sz="20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=relación portadora ruido a la entrada </a:t>
            </a:r>
          </a:p>
          <a:p>
            <a:pPr>
              <a:spcAft>
                <a:spcPts val="600"/>
              </a:spcAft>
            </a:pP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(C/N)</a:t>
            </a:r>
            <a:r>
              <a:rPr lang="es-ES" sz="2000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out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=relación portadora ruido a la salida de la toma</a:t>
            </a:r>
          </a:p>
          <a:p>
            <a:pPr>
              <a:spcAft>
                <a:spcPts val="600"/>
              </a:spcAft>
            </a:pP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4844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Forma en L"/>
          <p:cNvSpPr/>
          <p:nvPr/>
        </p:nvSpPr>
        <p:spPr>
          <a:xfrm rot="5400000">
            <a:off x="1108166" y="-1177835"/>
            <a:ext cx="6891161" cy="9180514"/>
          </a:xfrm>
          <a:prstGeom prst="corner">
            <a:avLst>
              <a:gd name="adj1" fmla="val 9937"/>
              <a:gd name="adj2" fmla="val 10583"/>
            </a:avLst>
          </a:prstGeom>
          <a:gradFill flip="none" rotWithShape="1">
            <a:gsLst>
              <a:gs pos="100000">
                <a:srgbClr val="83A62A"/>
              </a:gs>
              <a:gs pos="0">
                <a:schemeClr val="tx1"/>
              </a:gs>
              <a:gs pos="9000">
                <a:schemeClr val="tx1"/>
              </a:gs>
              <a:gs pos="24000">
                <a:schemeClr val="accent3">
                  <a:lumMod val="50000"/>
                </a:schemeClr>
              </a:gs>
              <a:gs pos="61000">
                <a:srgbClr val="83A62A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innerShdw blurRad="63500" dist="1016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CuadroTexto"/>
          <p:cNvSpPr txBox="1"/>
          <p:nvPr/>
        </p:nvSpPr>
        <p:spPr>
          <a:xfrm>
            <a:off x="2123728" y="-33159"/>
            <a:ext cx="51090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Parámetros de calidad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1"/>
            <a:ext cx="713290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6178" y="6309320"/>
            <a:ext cx="451366" cy="365125"/>
          </a:xfrm>
        </p:spPr>
        <p:txBody>
          <a:bodyPr/>
          <a:lstStyle/>
          <a:p>
            <a:fld id="{DAD8BA2F-E335-4939-99DC-A7E50E548284}" type="slidenum">
              <a: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</a:t>
            </a:fld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2" name="291 CuadroTexto"/>
          <p:cNvSpPr txBox="1"/>
          <p:nvPr/>
        </p:nvSpPr>
        <p:spPr>
          <a:xfrm>
            <a:off x="3186276" y="692696"/>
            <a:ext cx="28007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u="sng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 de ruido</a:t>
            </a:r>
          </a:p>
        </p:txBody>
      </p:sp>
      <p:grpSp>
        <p:nvGrpSpPr>
          <p:cNvPr id="10" name="9 Grupo"/>
          <p:cNvGrpSpPr/>
          <p:nvPr/>
        </p:nvGrpSpPr>
        <p:grpSpPr>
          <a:xfrm>
            <a:off x="2502331" y="1414849"/>
            <a:ext cx="701813" cy="897534"/>
            <a:chOff x="1676338" y="803460"/>
            <a:chExt cx="325542" cy="565716"/>
          </a:xfrm>
        </p:grpSpPr>
        <p:cxnSp>
          <p:nvCxnSpPr>
            <p:cNvPr id="11" name="10 Conector recto"/>
            <p:cNvCxnSpPr/>
            <p:nvPr/>
          </p:nvCxnSpPr>
          <p:spPr>
            <a:xfrm>
              <a:off x="1691680" y="1030606"/>
              <a:ext cx="0" cy="33857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11 Conector recto"/>
            <p:cNvCxnSpPr/>
            <p:nvPr/>
          </p:nvCxnSpPr>
          <p:spPr>
            <a:xfrm flipH="1">
              <a:off x="1680597" y="907169"/>
              <a:ext cx="299115" cy="14329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13 Conector recto"/>
            <p:cNvCxnSpPr/>
            <p:nvPr/>
          </p:nvCxnSpPr>
          <p:spPr>
            <a:xfrm>
              <a:off x="1932570" y="858880"/>
              <a:ext cx="69310" cy="1133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14 Conector recto"/>
            <p:cNvCxnSpPr/>
            <p:nvPr/>
          </p:nvCxnSpPr>
          <p:spPr>
            <a:xfrm>
              <a:off x="1880032" y="892094"/>
              <a:ext cx="69310" cy="1133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15 Conector recto"/>
            <p:cNvCxnSpPr/>
            <p:nvPr/>
          </p:nvCxnSpPr>
          <p:spPr>
            <a:xfrm>
              <a:off x="1813566" y="914262"/>
              <a:ext cx="69310" cy="1133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16 Conector recto"/>
            <p:cNvCxnSpPr/>
            <p:nvPr/>
          </p:nvCxnSpPr>
          <p:spPr>
            <a:xfrm>
              <a:off x="1752604" y="953056"/>
              <a:ext cx="69310" cy="1133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17 Conector recto"/>
            <p:cNvCxnSpPr/>
            <p:nvPr/>
          </p:nvCxnSpPr>
          <p:spPr>
            <a:xfrm flipV="1">
              <a:off x="1680634" y="803460"/>
              <a:ext cx="149558" cy="24103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18 Conector recto"/>
            <p:cNvCxnSpPr/>
            <p:nvPr/>
          </p:nvCxnSpPr>
          <p:spPr>
            <a:xfrm>
              <a:off x="1676338" y="1044494"/>
              <a:ext cx="303374" cy="794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" name="5 Conector recto"/>
          <p:cNvCxnSpPr/>
          <p:nvPr/>
        </p:nvCxnSpPr>
        <p:spPr>
          <a:xfrm>
            <a:off x="2536838" y="2312383"/>
            <a:ext cx="95384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8 CuadroTexto"/>
          <p:cNvSpPr txBox="1"/>
          <p:nvPr/>
        </p:nvSpPr>
        <p:spPr>
          <a:xfrm>
            <a:off x="2859167" y="1916832"/>
            <a:ext cx="5038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sz="2000" b="1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</a:p>
        </p:txBody>
      </p:sp>
      <p:sp>
        <p:nvSpPr>
          <p:cNvPr id="44" name="43 CuadroTexto"/>
          <p:cNvSpPr txBox="1"/>
          <p:nvPr/>
        </p:nvSpPr>
        <p:spPr>
          <a:xfrm>
            <a:off x="2542581" y="2315307"/>
            <a:ext cx="9492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(C/N)</a:t>
            </a:r>
            <a:r>
              <a:rPr lang="en-US" sz="2000" b="1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</a:p>
        </p:txBody>
      </p:sp>
      <p:sp>
        <p:nvSpPr>
          <p:cNvPr id="45" name="44 CuadroTexto"/>
          <p:cNvSpPr txBox="1"/>
          <p:nvPr/>
        </p:nvSpPr>
        <p:spPr>
          <a:xfrm>
            <a:off x="5607247" y="1843749"/>
            <a:ext cx="6032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sz="2000" b="1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</a:t>
            </a:r>
            <a:endParaRPr lang="en-US" sz="2000" b="1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45 CuadroTexto"/>
          <p:cNvSpPr txBox="1"/>
          <p:nvPr/>
        </p:nvSpPr>
        <p:spPr>
          <a:xfrm>
            <a:off x="5552612" y="2332626"/>
            <a:ext cx="10631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(C/N)</a:t>
            </a:r>
            <a:r>
              <a:rPr lang="en-US" sz="2000" b="1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</a:t>
            </a:r>
          </a:p>
        </p:txBody>
      </p:sp>
      <p:sp>
        <p:nvSpPr>
          <p:cNvPr id="20" name="19 Rectángulo"/>
          <p:cNvSpPr/>
          <p:nvPr/>
        </p:nvSpPr>
        <p:spPr>
          <a:xfrm>
            <a:off x="3491880" y="1832017"/>
            <a:ext cx="1656184" cy="8834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37 Conector recto"/>
          <p:cNvCxnSpPr/>
          <p:nvPr/>
        </p:nvCxnSpPr>
        <p:spPr>
          <a:xfrm>
            <a:off x="5130327" y="2311378"/>
            <a:ext cx="95384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38 CuadroTexto"/>
          <p:cNvSpPr txBox="1"/>
          <p:nvPr/>
        </p:nvSpPr>
        <p:spPr>
          <a:xfrm>
            <a:off x="3995936" y="2043804"/>
            <a:ext cx="5405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2000" b="1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eq</a:t>
            </a:r>
            <a:endParaRPr lang="en-US" sz="2000" b="1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39 CuadroTexto"/>
          <p:cNvSpPr txBox="1"/>
          <p:nvPr/>
        </p:nvSpPr>
        <p:spPr>
          <a:xfrm>
            <a:off x="682386" y="4613066"/>
            <a:ext cx="7808548" cy="15542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ganancia del preamplificador (</a:t>
            </a: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s-ES" sz="2000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) disminuye el ruido del sistema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componentes pasivos: g&lt;1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pérdidas de componentes pasivos aumentan el ruido (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</a:t>
            </a:r>
            <a:r>
              <a:rPr lang="es-ES" sz="2000" baseline="-25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1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=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1/g)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Figura de ruido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: F(dB)=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10·log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(f)</a:t>
            </a:r>
            <a:endParaRPr lang="es-E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28 CuadroTexto"/>
              <p:cNvSpPr txBox="1"/>
              <p:nvPr/>
            </p:nvSpPr>
            <p:spPr>
              <a:xfrm>
                <a:off x="1331640" y="2924944"/>
                <a:ext cx="6573338" cy="8592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0" i="1" smtClean="0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/>
                            </a:rPr>
                            <m:t>𝑒𝑞</m:t>
                          </m:r>
                        </m:sub>
                      </m:sSub>
                      <m:r>
                        <a:rPr lang="es-ES" sz="24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0" i="1" smtClean="0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s-ES" sz="2400" b="0" i="1" smtClean="0">
                          <a:latin typeface="Cambria Math"/>
                          <a:ea typeface="Cambria Math"/>
                        </a:rPr>
                        <m:t>+</m:t>
                      </m:r>
                      <m:f>
                        <m:fPr>
                          <m:ctrlPr>
                            <a:rPr lang="es-ES" sz="24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s-ES" sz="24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s-ES" sz="2400" b="0" i="1" smtClean="0">
                              <a:latin typeface="Cambria Math"/>
                            </a:rPr>
                            <m:t>−1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0" i="1" smtClean="0">
                                  <a:latin typeface="Cambria Math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s-ES" sz="2400" b="0" i="1" smtClean="0">
                          <a:latin typeface="Cambria Math"/>
                          <a:ea typeface="Cambria Math"/>
                        </a:rPr>
                        <m:t>+</m:t>
                      </m:r>
                      <m:f>
                        <m:fPr>
                          <m:ctrlPr>
                            <a:rPr lang="es-ES" sz="24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s-ES" sz="2400" b="0" i="1" smtClean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  <m:r>
                            <a:rPr lang="es-ES" sz="2400" i="1">
                              <a:latin typeface="Cambria Math"/>
                            </a:rPr>
                            <m:t>−1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s-ES" sz="2400" b="0" i="1" smtClean="0">
                              <a:latin typeface="Cambria Math"/>
                            </a:rPr>
                            <m:t>·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s-ES" sz="24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s-ES" sz="2400" b="0" i="1" smtClean="0">
                          <a:latin typeface="Cambria Math"/>
                        </a:rPr>
                        <m:t>+…+</m:t>
                      </m:r>
                      <m:f>
                        <m:fPr>
                          <m:ctrlPr>
                            <a:rPr lang="es-ES" sz="24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s-ES" sz="2400" b="0" i="1" smtClean="0">
                                  <a:latin typeface="Cambria Math"/>
                                </a:rPr>
                                <m:t>𝑁</m:t>
                              </m:r>
                            </m:sub>
                          </m:sSub>
                          <m:r>
                            <a:rPr lang="es-ES" sz="2400" i="1">
                              <a:latin typeface="Cambria Math"/>
                            </a:rPr>
                            <m:t>−1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s-ES" sz="2400" i="1">
                              <a:latin typeface="Cambria Math"/>
                            </a:rPr>
                            <m:t>·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s-ES" sz="2400" b="0" i="1" smtClean="0">
                              <a:latin typeface="Cambria Math"/>
                            </a:rPr>
                            <m:t>···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s-ES" sz="2400" b="0" i="1" smtClean="0">
                                  <a:latin typeface="Cambria Math"/>
                                </a:rPr>
                                <m:t>𝑁</m:t>
                              </m:r>
                              <m:r>
                                <a:rPr lang="es-ES" sz="2400" b="0" i="1" smtClean="0">
                                  <a:latin typeface="Cambria Math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9" name="28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640" y="2924944"/>
                <a:ext cx="6573338" cy="859274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3 CuadroTexto"/>
          <p:cNvSpPr txBox="1"/>
          <p:nvPr/>
        </p:nvSpPr>
        <p:spPr>
          <a:xfrm>
            <a:off x="1440514" y="3851756"/>
            <a:ext cx="29466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s-ES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en unidades lineales)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26C6902-BB14-6801-84C8-E60F003CF6C5}"/>
              </a:ext>
            </a:extLst>
          </p:cNvPr>
          <p:cNvSpPr txBox="1"/>
          <p:nvPr/>
        </p:nvSpPr>
        <p:spPr>
          <a:xfrm>
            <a:off x="5004048" y="3963313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Formula de </a:t>
            </a:r>
            <a:r>
              <a:rPr lang="es-ES" dirty="0" err="1"/>
              <a:t>Friis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195262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Forma en L"/>
          <p:cNvSpPr/>
          <p:nvPr/>
        </p:nvSpPr>
        <p:spPr>
          <a:xfrm rot="5400000">
            <a:off x="1108166" y="-1177835"/>
            <a:ext cx="6891161" cy="9180514"/>
          </a:xfrm>
          <a:prstGeom prst="corner">
            <a:avLst>
              <a:gd name="adj1" fmla="val 9937"/>
              <a:gd name="adj2" fmla="val 10583"/>
            </a:avLst>
          </a:prstGeom>
          <a:gradFill flip="none" rotWithShape="1">
            <a:gsLst>
              <a:gs pos="100000">
                <a:srgbClr val="83A62A"/>
              </a:gs>
              <a:gs pos="0">
                <a:schemeClr val="tx1"/>
              </a:gs>
              <a:gs pos="9000">
                <a:schemeClr val="tx1"/>
              </a:gs>
              <a:gs pos="24000">
                <a:schemeClr val="accent3">
                  <a:lumMod val="50000"/>
                </a:schemeClr>
              </a:gs>
              <a:gs pos="61000">
                <a:srgbClr val="83A62A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innerShdw blurRad="63500" dist="1016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CuadroTexto"/>
          <p:cNvSpPr txBox="1"/>
          <p:nvPr/>
        </p:nvSpPr>
        <p:spPr>
          <a:xfrm>
            <a:off x="2195736" y="-33159"/>
            <a:ext cx="51090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Parámetros de calidad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1"/>
            <a:ext cx="713290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6178" y="6309320"/>
            <a:ext cx="451366" cy="365125"/>
          </a:xfrm>
        </p:spPr>
        <p:txBody>
          <a:bodyPr/>
          <a:lstStyle/>
          <a:p>
            <a:fld id="{DAD8BA2F-E335-4939-99DC-A7E50E548284}" type="slidenum">
              <a: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</a:t>
            </a:fld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2" name="291 CuadroTexto"/>
          <p:cNvSpPr txBox="1"/>
          <p:nvPr/>
        </p:nvSpPr>
        <p:spPr>
          <a:xfrm>
            <a:off x="2958509" y="692696"/>
            <a:ext cx="34136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u="sng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Tensión en la toma</a:t>
            </a:r>
          </a:p>
        </p:txBody>
      </p:sp>
      <p:grpSp>
        <p:nvGrpSpPr>
          <p:cNvPr id="10" name="9 Grupo"/>
          <p:cNvGrpSpPr/>
          <p:nvPr/>
        </p:nvGrpSpPr>
        <p:grpSpPr>
          <a:xfrm>
            <a:off x="2502331" y="1414849"/>
            <a:ext cx="701813" cy="897534"/>
            <a:chOff x="1676338" y="803460"/>
            <a:chExt cx="325542" cy="565716"/>
          </a:xfrm>
        </p:grpSpPr>
        <p:cxnSp>
          <p:nvCxnSpPr>
            <p:cNvPr id="11" name="10 Conector recto"/>
            <p:cNvCxnSpPr/>
            <p:nvPr/>
          </p:nvCxnSpPr>
          <p:spPr>
            <a:xfrm>
              <a:off x="1691680" y="1030606"/>
              <a:ext cx="0" cy="33857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11 Conector recto"/>
            <p:cNvCxnSpPr/>
            <p:nvPr/>
          </p:nvCxnSpPr>
          <p:spPr>
            <a:xfrm flipH="1">
              <a:off x="1680597" y="907169"/>
              <a:ext cx="299115" cy="14329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13 Conector recto"/>
            <p:cNvCxnSpPr/>
            <p:nvPr/>
          </p:nvCxnSpPr>
          <p:spPr>
            <a:xfrm>
              <a:off x="1932570" y="858880"/>
              <a:ext cx="69310" cy="1133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14 Conector recto"/>
            <p:cNvCxnSpPr/>
            <p:nvPr/>
          </p:nvCxnSpPr>
          <p:spPr>
            <a:xfrm>
              <a:off x="1880032" y="892094"/>
              <a:ext cx="69310" cy="1133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15 Conector recto"/>
            <p:cNvCxnSpPr/>
            <p:nvPr/>
          </p:nvCxnSpPr>
          <p:spPr>
            <a:xfrm>
              <a:off x="1813566" y="914262"/>
              <a:ext cx="69310" cy="1133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16 Conector recto"/>
            <p:cNvCxnSpPr/>
            <p:nvPr/>
          </p:nvCxnSpPr>
          <p:spPr>
            <a:xfrm>
              <a:off x="1752604" y="953056"/>
              <a:ext cx="69310" cy="1133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17 Conector recto"/>
            <p:cNvCxnSpPr/>
            <p:nvPr/>
          </p:nvCxnSpPr>
          <p:spPr>
            <a:xfrm flipV="1">
              <a:off x="1680634" y="803460"/>
              <a:ext cx="149558" cy="24103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18 Conector recto"/>
            <p:cNvCxnSpPr/>
            <p:nvPr/>
          </p:nvCxnSpPr>
          <p:spPr>
            <a:xfrm>
              <a:off x="1676338" y="1044494"/>
              <a:ext cx="303374" cy="794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" name="5 Conector recto"/>
          <p:cNvCxnSpPr/>
          <p:nvPr/>
        </p:nvCxnSpPr>
        <p:spPr>
          <a:xfrm>
            <a:off x="2536838" y="2312383"/>
            <a:ext cx="95384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8 CuadroTexto"/>
          <p:cNvSpPr txBox="1"/>
          <p:nvPr/>
        </p:nvSpPr>
        <p:spPr>
          <a:xfrm>
            <a:off x="2859167" y="1916832"/>
            <a:ext cx="5038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sz="2000" b="1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</a:p>
        </p:txBody>
      </p:sp>
      <p:sp>
        <p:nvSpPr>
          <p:cNvPr id="44" name="43 CuadroTexto"/>
          <p:cNvSpPr txBox="1"/>
          <p:nvPr/>
        </p:nvSpPr>
        <p:spPr>
          <a:xfrm>
            <a:off x="2542581" y="2315307"/>
            <a:ext cx="9492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(C/N)</a:t>
            </a:r>
            <a:r>
              <a:rPr lang="en-US" sz="2000" b="1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</a:p>
        </p:txBody>
      </p:sp>
      <p:sp>
        <p:nvSpPr>
          <p:cNvPr id="45" name="44 CuadroTexto"/>
          <p:cNvSpPr txBox="1"/>
          <p:nvPr/>
        </p:nvSpPr>
        <p:spPr>
          <a:xfrm>
            <a:off x="5607247" y="1843749"/>
            <a:ext cx="6032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sz="2000" b="1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</a:t>
            </a:r>
            <a:endParaRPr lang="en-US" sz="2000" b="1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45 CuadroTexto"/>
          <p:cNvSpPr txBox="1"/>
          <p:nvPr/>
        </p:nvSpPr>
        <p:spPr>
          <a:xfrm>
            <a:off x="5552612" y="2332626"/>
            <a:ext cx="10631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(C/N)</a:t>
            </a:r>
            <a:r>
              <a:rPr lang="en-US" sz="2000" b="1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</a:t>
            </a:r>
          </a:p>
        </p:txBody>
      </p:sp>
      <p:sp>
        <p:nvSpPr>
          <p:cNvPr id="20" name="19 Rectángulo"/>
          <p:cNvSpPr/>
          <p:nvPr/>
        </p:nvSpPr>
        <p:spPr>
          <a:xfrm>
            <a:off x="3491880" y="1832017"/>
            <a:ext cx="1656184" cy="8834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37 Conector recto"/>
          <p:cNvCxnSpPr/>
          <p:nvPr/>
        </p:nvCxnSpPr>
        <p:spPr>
          <a:xfrm>
            <a:off x="5130327" y="2311378"/>
            <a:ext cx="95384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38 CuadroTexto"/>
          <p:cNvSpPr txBox="1"/>
          <p:nvPr/>
        </p:nvSpPr>
        <p:spPr>
          <a:xfrm>
            <a:off x="3995936" y="2043804"/>
            <a:ext cx="5405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2000" b="1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eq</a:t>
            </a:r>
            <a:endParaRPr lang="en-US" sz="2000" b="1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39 CuadroTexto"/>
          <p:cNvSpPr txBox="1"/>
          <p:nvPr/>
        </p:nvSpPr>
        <p:spPr>
          <a:xfrm>
            <a:off x="702650" y="4757429"/>
            <a:ext cx="80648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ganancia del preamplificador (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s-ES" sz="20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) compensa las pérdidas</a:t>
            </a:r>
          </a:p>
          <a:p>
            <a:pPr>
              <a:spcAft>
                <a:spcPts val="600"/>
              </a:spcAft>
            </a:pP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un amplificador intermedio puede mejorar la señal, pero también empeorar el ruido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28 CuadroTexto"/>
              <p:cNvSpPr txBox="1"/>
              <p:nvPr/>
            </p:nvSpPr>
            <p:spPr>
              <a:xfrm>
                <a:off x="1475656" y="3426036"/>
                <a:ext cx="7468583" cy="9578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0" i="1" smtClean="0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s-ES" sz="2000" b="0" i="1" smtClean="0">
                              <a:latin typeface="Cambria Math"/>
                            </a:rPr>
                            <m:t>𝑜𝑢𝑡</m:t>
                          </m:r>
                        </m:sub>
                      </m:sSub>
                      <m:d>
                        <m:d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0" i="1" smtClean="0">
                              <a:latin typeface="Cambria Math"/>
                            </a:rPr>
                            <m:t>𝑑𝐵</m:t>
                          </m:r>
                          <m:r>
                            <a:rPr lang="es-ES" sz="2000" b="0" i="1" smtClean="0">
                              <a:latin typeface="Cambria Math"/>
                              <a:ea typeface="Cambria Math"/>
                            </a:rPr>
                            <m:t>𝜇</m:t>
                          </m:r>
                          <m:r>
                            <a:rPr lang="es-ES" sz="2000" b="0" i="1" smtClean="0">
                              <a:latin typeface="Cambria Math"/>
                              <a:ea typeface="Cambria Math"/>
                            </a:rPr>
                            <m:t>𝑉</m:t>
                          </m:r>
                        </m:e>
                      </m:d>
                      <m:r>
                        <a:rPr lang="es-ES" sz="20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i="1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s-ES" sz="2000" b="0" i="1" smtClean="0">
                              <a:latin typeface="Cambria Math"/>
                            </a:rPr>
                            <m:t>𝑖𝑛</m:t>
                          </m:r>
                        </m:sub>
                      </m:sSub>
                      <m:d>
                        <m:d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i="1">
                              <a:latin typeface="Cambria Math"/>
                            </a:rPr>
                            <m:t>𝑑𝐵</m:t>
                          </m:r>
                          <m:r>
                            <a:rPr lang="es-ES" sz="2000" i="1">
                              <a:latin typeface="Cambria Math"/>
                              <a:ea typeface="Cambria Math"/>
                            </a:rPr>
                            <m:t>𝜇</m:t>
                          </m:r>
                          <m:r>
                            <a:rPr lang="es-ES" sz="2000" i="1">
                              <a:latin typeface="Cambria Math"/>
                              <a:ea typeface="Cambria Math"/>
                            </a:rPr>
                            <m:t>𝑉</m:t>
                          </m:r>
                        </m:e>
                      </m:d>
                      <m:r>
                        <a:rPr lang="es-ES" sz="2000" b="0" i="1" smtClean="0">
                          <a:latin typeface="Cambria Math"/>
                          <a:ea typeface="Cambria Math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s-ES" sz="20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" sz="2000" b="0" i="1" smtClean="0">
                              <a:latin typeface="Cambria Math"/>
                              <a:ea typeface="Cambria Math"/>
                            </a:rPr>
                            <m:t>𝑖</m:t>
                          </m:r>
                          <m:r>
                            <a:rPr lang="es-ES" sz="2000" b="0" i="1" smtClean="0">
                              <a:latin typeface="Cambria Math"/>
                              <a:ea typeface="Cambria Math"/>
                            </a:rPr>
                            <m:t>=1</m:t>
                          </m:r>
                        </m:sub>
                        <m:sup>
                          <m:r>
                            <a:rPr lang="es-ES" sz="2000" b="0" i="1" smtClean="0">
                              <a:latin typeface="Cambria Math"/>
                              <a:ea typeface="Cambria Math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s-ES" sz="2000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s-ES" sz="2000" b="0" i="1" smtClean="0">
                                  <a:latin typeface="Cambria Math"/>
                                  <a:ea typeface="Cambria Math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s-ES" sz="2000" b="0" i="1" smtClean="0">
                                  <a:latin typeface="Cambria Math"/>
                                  <a:ea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s-ES" sz="2000" b="0" i="1" smtClean="0">
                              <a:latin typeface="Cambria Math"/>
                              <a:ea typeface="Cambria Math"/>
                            </a:rPr>
                            <m:t>(</m:t>
                          </m:r>
                          <m:r>
                            <a:rPr lang="es-ES" sz="2000" b="0" i="1" smtClean="0">
                              <a:latin typeface="Cambria Math"/>
                              <a:ea typeface="Cambria Math"/>
                            </a:rPr>
                            <m:t>𝑑𝐵</m:t>
                          </m:r>
                          <m:r>
                            <a:rPr lang="es-ES" sz="2000" b="0" i="1" smtClean="0">
                              <a:latin typeface="Cambria Math"/>
                              <a:ea typeface="Cambria Math"/>
                            </a:rPr>
                            <m:t>)</m:t>
                          </m:r>
                        </m:e>
                      </m:nary>
                      <m:r>
                        <a:rPr lang="es-ES" sz="20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i="1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s-ES" sz="2000" i="1">
                              <a:latin typeface="Cambria Math"/>
                            </a:rPr>
                            <m:t>𝑖𝑛</m:t>
                          </m:r>
                        </m:sub>
                      </m:sSub>
                      <m:d>
                        <m:d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i="1">
                              <a:latin typeface="Cambria Math"/>
                            </a:rPr>
                            <m:t>𝑑𝐵</m:t>
                          </m:r>
                          <m:r>
                            <a:rPr lang="es-ES" sz="2000" i="1">
                              <a:latin typeface="Cambria Math"/>
                              <a:ea typeface="Cambria Math"/>
                            </a:rPr>
                            <m:t>𝜇</m:t>
                          </m:r>
                          <m:r>
                            <a:rPr lang="es-ES" sz="2000" i="1">
                              <a:latin typeface="Cambria Math"/>
                              <a:ea typeface="Cambria Math"/>
                            </a:rPr>
                            <m:t>𝑉</m:t>
                          </m:r>
                        </m:e>
                      </m:d>
                      <m:r>
                        <a:rPr lang="es-ES" sz="2000" b="0" i="1" smtClean="0">
                          <a:latin typeface="Cambria Math"/>
                          <a:ea typeface="Cambria Math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s-ES" sz="20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ES" sz="2000" i="1">
                              <a:latin typeface="Cambria Math"/>
                              <a:ea typeface="Cambria Math"/>
                            </a:rPr>
                            <m:t>𝑖</m:t>
                          </m:r>
                          <m:r>
                            <a:rPr lang="es-ES" sz="2000" i="1">
                              <a:latin typeface="Cambria Math"/>
                              <a:ea typeface="Cambria Math"/>
                            </a:rPr>
                            <m:t>=1</m:t>
                          </m:r>
                        </m:sub>
                        <m:sup>
                          <m:r>
                            <a:rPr lang="es-ES" sz="2000" i="1">
                              <a:latin typeface="Cambria Math"/>
                              <a:ea typeface="Cambria Math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s-ES" sz="2000" i="1" smtClean="0">
                                  <a:latin typeface="Cambria Math"/>
                                  <a:ea typeface="Cambria Math"/>
                                  <a:sym typeface="Symbol"/>
                                </a:rPr>
                                <m:t></m:t>
                              </m:r>
                            </m:e>
                            <m:sub>
                              <m:r>
                                <a:rPr lang="es-ES" sz="2000" i="1">
                                  <a:latin typeface="Cambria Math"/>
                                  <a:ea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s-ES" sz="2000" i="1">
                              <a:latin typeface="Cambria Math"/>
                              <a:ea typeface="Cambria Math"/>
                            </a:rPr>
                            <m:t>(</m:t>
                          </m:r>
                          <m:r>
                            <a:rPr lang="es-ES" sz="2000" i="1">
                              <a:latin typeface="Cambria Math"/>
                              <a:ea typeface="Cambria Math"/>
                            </a:rPr>
                            <m:t>𝑑𝐵</m:t>
                          </m:r>
                          <m:r>
                            <a:rPr lang="es-ES" sz="2000" i="1">
                              <a:latin typeface="Cambria Math"/>
                              <a:ea typeface="Cambria Math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9" name="28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656" y="3426036"/>
                <a:ext cx="7468583" cy="957826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70456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Forma en L"/>
          <p:cNvSpPr/>
          <p:nvPr/>
        </p:nvSpPr>
        <p:spPr>
          <a:xfrm rot="5400000">
            <a:off x="1108166" y="-1177835"/>
            <a:ext cx="6891161" cy="9180514"/>
          </a:xfrm>
          <a:prstGeom prst="corner">
            <a:avLst>
              <a:gd name="adj1" fmla="val 9937"/>
              <a:gd name="adj2" fmla="val 10583"/>
            </a:avLst>
          </a:prstGeom>
          <a:gradFill flip="none" rotWithShape="1">
            <a:gsLst>
              <a:gs pos="100000">
                <a:srgbClr val="83A62A"/>
              </a:gs>
              <a:gs pos="0">
                <a:schemeClr val="tx1"/>
              </a:gs>
              <a:gs pos="9000">
                <a:schemeClr val="tx1"/>
              </a:gs>
              <a:gs pos="24000">
                <a:schemeClr val="accent3">
                  <a:lumMod val="50000"/>
                </a:schemeClr>
              </a:gs>
              <a:gs pos="61000">
                <a:srgbClr val="83A62A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innerShdw blurRad="63500" dist="1016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CuadroTexto"/>
          <p:cNvSpPr txBox="1"/>
          <p:nvPr/>
        </p:nvSpPr>
        <p:spPr>
          <a:xfrm>
            <a:off x="2267744" y="-33159"/>
            <a:ext cx="51090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Parámetros de calidad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1"/>
            <a:ext cx="713290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6178" y="6309320"/>
            <a:ext cx="451366" cy="365125"/>
          </a:xfrm>
        </p:spPr>
        <p:txBody>
          <a:bodyPr/>
          <a:lstStyle/>
          <a:p>
            <a:fld id="{DAD8BA2F-E335-4939-99DC-A7E50E548284}" type="slidenum">
              <a: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</a:t>
            </a:fld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2" name="291 CuadroTexto"/>
          <p:cNvSpPr txBox="1"/>
          <p:nvPr/>
        </p:nvSpPr>
        <p:spPr>
          <a:xfrm>
            <a:off x="3682549" y="716091"/>
            <a:ext cx="24016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u="sng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Relación C/N</a:t>
            </a:r>
          </a:p>
        </p:txBody>
      </p:sp>
      <p:grpSp>
        <p:nvGrpSpPr>
          <p:cNvPr id="10" name="9 Grupo"/>
          <p:cNvGrpSpPr/>
          <p:nvPr/>
        </p:nvGrpSpPr>
        <p:grpSpPr>
          <a:xfrm>
            <a:off x="2502331" y="1414849"/>
            <a:ext cx="701813" cy="897534"/>
            <a:chOff x="1676338" y="803460"/>
            <a:chExt cx="325542" cy="565716"/>
          </a:xfrm>
        </p:grpSpPr>
        <p:cxnSp>
          <p:nvCxnSpPr>
            <p:cNvPr id="11" name="10 Conector recto"/>
            <p:cNvCxnSpPr/>
            <p:nvPr/>
          </p:nvCxnSpPr>
          <p:spPr>
            <a:xfrm>
              <a:off x="1691680" y="1030606"/>
              <a:ext cx="0" cy="33857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11 Conector recto"/>
            <p:cNvCxnSpPr/>
            <p:nvPr/>
          </p:nvCxnSpPr>
          <p:spPr>
            <a:xfrm flipH="1">
              <a:off x="1680597" y="907169"/>
              <a:ext cx="299115" cy="14329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13 Conector recto"/>
            <p:cNvCxnSpPr/>
            <p:nvPr/>
          </p:nvCxnSpPr>
          <p:spPr>
            <a:xfrm>
              <a:off x="1932570" y="858880"/>
              <a:ext cx="69310" cy="1133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14 Conector recto"/>
            <p:cNvCxnSpPr/>
            <p:nvPr/>
          </p:nvCxnSpPr>
          <p:spPr>
            <a:xfrm>
              <a:off x="1880032" y="892094"/>
              <a:ext cx="69310" cy="1133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15 Conector recto"/>
            <p:cNvCxnSpPr/>
            <p:nvPr/>
          </p:nvCxnSpPr>
          <p:spPr>
            <a:xfrm>
              <a:off x="1813566" y="914262"/>
              <a:ext cx="69310" cy="1133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16 Conector recto"/>
            <p:cNvCxnSpPr/>
            <p:nvPr/>
          </p:nvCxnSpPr>
          <p:spPr>
            <a:xfrm>
              <a:off x="1752604" y="953056"/>
              <a:ext cx="69310" cy="1133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17 Conector recto"/>
            <p:cNvCxnSpPr/>
            <p:nvPr/>
          </p:nvCxnSpPr>
          <p:spPr>
            <a:xfrm flipV="1">
              <a:off x="1680634" y="803460"/>
              <a:ext cx="149558" cy="24103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18 Conector recto"/>
            <p:cNvCxnSpPr/>
            <p:nvPr/>
          </p:nvCxnSpPr>
          <p:spPr>
            <a:xfrm>
              <a:off x="1676338" y="1044494"/>
              <a:ext cx="303374" cy="794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" name="5 Conector recto"/>
          <p:cNvCxnSpPr/>
          <p:nvPr/>
        </p:nvCxnSpPr>
        <p:spPr>
          <a:xfrm>
            <a:off x="2536838" y="2312383"/>
            <a:ext cx="95384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8 CuadroTexto"/>
          <p:cNvSpPr txBox="1"/>
          <p:nvPr/>
        </p:nvSpPr>
        <p:spPr>
          <a:xfrm>
            <a:off x="2859167" y="1916832"/>
            <a:ext cx="5038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sz="2000" b="1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</a:p>
        </p:txBody>
      </p:sp>
      <p:sp>
        <p:nvSpPr>
          <p:cNvPr id="44" name="43 CuadroTexto"/>
          <p:cNvSpPr txBox="1"/>
          <p:nvPr/>
        </p:nvSpPr>
        <p:spPr>
          <a:xfrm>
            <a:off x="2542581" y="2315307"/>
            <a:ext cx="9492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(C/N)</a:t>
            </a:r>
            <a:r>
              <a:rPr lang="en-US" sz="2000" b="1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</a:p>
        </p:txBody>
      </p:sp>
      <p:sp>
        <p:nvSpPr>
          <p:cNvPr id="45" name="44 CuadroTexto"/>
          <p:cNvSpPr txBox="1"/>
          <p:nvPr/>
        </p:nvSpPr>
        <p:spPr>
          <a:xfrm>
            <a:off x="5607247" y="1843749"/>
            <a:ext cx="6032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sz="2000" b="1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</a:t>
            </a:r>
            <a:endParaRPr lang="en-US" sz="2000" b="1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45 CuadroTexto"/>
          <p:cNvSpPr txBox="1"/>
          <p:nvPr/>
        </p:nvSpPr>
        <p:spPr>
          <a:xfrm>
            <a:off x="5552612" y="2332626"/>
            <a:ext cx="10631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(C/N)</a:t>
            </a:r>
            <a:r>
              <a:rPr lang="en-US" sz="2000" b="1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</a:t>
            </a:r>
          </a:p>
        </p:txBody>
      </p:sp>
      <p:sp>
        <p:nvSpPr>
          <p:cNvPr id="20" name="19 Rectángulo"/>
          <p:cNvSpPr/>
          <p:nvPr/>
        </p:nvSpPr>
        <p:spPr>
          <a:xfrm>
            <a:off x="3491880" y="1832017"/>
            <a:ext cx="1656184" cy="8834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37 Conector recto"/>
          <p:cNvCxnSpPr/>
          <p:nvPr/>
        </p:nvCxnSpPr>
        <p:spPr>
          <a:xfrm>
            <a:off x="5130327" y="2311378"/>
            <a:ext cx="95384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38 CuadroTexto"/>
          <p:cNvSpPr txBox="1"/>
          <p:nvPr/>
        </p:nvSpPr>
        <p:spPr>
          <a:xfrm>
            <a:off x="3995936" y="2043804"/>
            <a:ext cx="5405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2000" b="1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eq</a:t>
            </a:r>
            <a:endParaRPr lang="en-US" sz="2000" b="1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39 CuadroTexto"/>
          <p:cNvSpPr txBox="1"/>
          <p:nvPr/>
        </p:nvSpPr>
        <p:spPr>
          <a:xfrm>
            <a:off x="1731054" y="4874384"/>
            <a:ext cx="64400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= constante de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Boltzmann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=1.38·10</a:t>
            </a:r>
            <a:r>
              <a:rPr lang="es-ES" sz="2000" baseline="30000" dirty="0">
                <a:latin typeface="Arial" panose="020B0604020202020204" pitchFamily="34" charset="0"/>
                <a:cs typeface="Arial" panose="020B0604020202020204" pitchFamily="34" charset="0"/>
              </a:rPr>
              <a:t>-23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J/K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ES" sz="2000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=Temperatura característica (normalmente 293 K)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=Ancho de banda= 5 MHz (en TV)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=Impedancia característica= 75 </a:t>
            </a:r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Ω</a:t>
            </a: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= 2 dB</a:t>
            </a:r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μ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V (con esos parámetros)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28 CuadroTexto"/>
              <p:cNvSpPr txBox="1"/>
              <p:nvPr/>
            </p:nvSpPr>
            <p:spPr>
              <a:xfrm>
                <a:off x="2502331" y="2842463"/>
                <a:ext cx="4234172" cy="8256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ES" sz="2000" b="0" i="1" smtClean="0">
                                      <a:latin typeface="Cambria Math"/>
                                    </a:rPr>
                                    <m:t>𝐶</m:t>
                                  </m:r>
                                </m:num>
                                <m:den>
                                  <m:r>
                                    <a:rPr lang="es-ES" sz="2000" b="0" i="1" smtClean="0">
                                      <a:latin typeface="Cambria Math"/>
                                    </a:rPr>
                                    <m:t>𝑁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s-ES" sz="2000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𝑑𝐵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i="1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s-ES" sz="2000" b="0" i="1" smtClean="0">
                              <a:latin typeface="Cambria Math"/>
                            </a:rPr>
                            <m:t>𝑖𝑛</m:t>
                          </m:r>
                        </m:sub>
                      </m:sSub>
                      <m:d>
                        <m:d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i="1">
                              <a:latin typeface="Cambria Math"/>
                            </a:rPr>
                            <m:t>𝑑𝐵</m:t>
                          </m:r>
                          <m:r>
                            <a:rPr lang="es-ES" sz="2000" i="1">
                              <a:latin typeface="Cambria Math"/>
                              <a:ea typeface="Cambria Math"/>
                            </a:rPr>
                            <m:t>𝜇</m:t>
                          </m:r>
                          <m:r>
                            <a:rPr lang="es-ES" sz="2000" i="1">
                              <a:latin typeface="Cambria Math"/>
                              <a:ea typeface="Cambria Math"/>
                            </a:rPr>
                            <m:t>𝑉</m:t>
                          </m:r>
                        </m:e>
                      </m:d>
                      <m:r>
                        <a:rPr lang="es-ES" sz="2000" b="0" i="1" smtClean="0">
                          <a:latin typeface="Cambria Math"/>
                          <a:ea typeface="Cambria Math"/>
                        </a:rPr>
                        <m:t>−</m:t>
                      </m:r>
                      <m:r>
                        <a:rPr lang="es-ES" sz="2000" b="0" i="1" smtClean="0">
                          <a:latin typeface="Cambria Math"/>
                        </a:rPr>
                        <m:t>𝑁</m:t>
                      </m:r>
                      <m:d>
                        <m:d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i="1">
                              <a:latin typeface="Cambria Math"/>
                            </a:rPr>
                            <m:t>𝑑𝐵</m:t>
                          </m:r>
                          <m:r>
                            <a:rPr lang="es-ES" sz="2000" i="1">
                              <a:latin typeface="Cambria Math"/>
                              <a:ea typeface="Cambria Math"/>
                            </a:rPr>
                            <m:t>𝜇</m:t>
                          </m:r>
                          <m:r>
                            <a:rPr lang="es-ES" sz="2000" i="1">
                              <a:latin typeface="Cambria Math"/>
                              <a:ea typeface="Cambria Math"/>
                            </a:rPr>
                            <m:t>𝑉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9" name="28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2331" y="2842463"/>
                <a:ext cx="4234172" cy="82561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25 CuadroTexto"/>
              <p:cNvSpPr txBox="1"/>
              <p:nvPr/>
            </p:nvSpPr>
            <p:spPr>
              <a:xfrm>
                <a:off x="2555776" y="4469050"/>
                <a:ext cx="21073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latin typeface="Cambria Math"/>
                        </a:rPr>
                        <m:t>𝑁</m:t>
                      </m:r>
                      <m:r>
                        <a:rPr lang="es-ES" sz="2000" b="0" i="1" smtClean="0">
                          <a:latin typeface="Cambria Math"/>
                        </a:rPr>
                        <m:t>=</m:t>
                      </m:r>
                      <m:r>
                        <a:rPr lang="es-ES" sz="2000" i="1" smtClean="0">
                          <a:latin typeface="Cambria Math"/>
                        </a:rPr>
                        <m:t>𝐾</m:t>
                      </m:r>
                      <m:r>
                        <a:rPr lang="es-ES" sz="2000" b="0" i="1" smtClean="0">
                          <a:latin typeface="Cambria Math"/>
                        </a:rPr>
                        <m:t>·</m:t>
                      </m:r>
                      <m:sSub>
                        <m:sSub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0" i="1" smtClean="0"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s-ES" sz="2000" b="0" i="1" smtClean="0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s-ES" sz="2000" b="0" i="1" smtClean="0">
                          <a:latin typeface="Cambria Math"/>
                        </a:rPr>
                        <m:t>·</m:t>
                      </m:r>
                      <m:r>
                        <a:rPr lang="es-ES" sz="2000" b="0" i="1" smtClean="0">
                          <a:latin typeface="Cambria Math"/>
                        </a:rPr>
                        <m:t>𝐵</m:t>
                      </m:r>
                      <m:r>
                        <a:rPr lang="es-ES" sz="2000" b="0" i="1" smtClean="0">
                          <a:latin typeface="Cambria Math"/>
                        </a:rPr>
                        <m:t>·</m:t>
                      </m:r>
                      <m:r>
                        <a:rPr lang="es-ES" sz="2000" b="0" i="1" smtClean="0">
                          <a:latin typeface="Cambria Math"/>
                        </a:rPr>
                        <m:t>𝑅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6" name="2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776" y="4469050"/>
                <a:ext cx="210730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26 CuadroTexto"/>
              <p:cNvSpPr txBox="1"/>
              <p:nvPr/>
            </p:nvSpPr>
            <p:spPr>
              <a:xfrm>
                <a:off x="2544993" y="3751428"/>
                <a:ext cx="4070345" cy="5947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s-E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s-E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ES" sz="2000" b="0" i="1" smtClean="0">
                                    <a:latin typeface="Cambria Math"/>
                                  </a:rPr>
                                  <m:t>𝐶</m:t>
                                </m:r>
                              </m:num>
                              <m:den>
                                <m:r>
                                  <a:rPr lang="es-ES" sz="2000" b="0" i="1" smtClean="0">
                                    <a:latin typeface="Cambria Math"/>
                                  </a:rPr>
                                  <m:t>𝑁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s-ES" sz="2000" b="0" i="1" smtClean="0">
                            <a:latin typeface="Cambria Math"/>
                          </a:rPr>
                          <m:t>𝑜𝑢𝑡</m:t>
                        </m:r>
                      </m:sub>
                    </m:sSub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𝑑𝐵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s-E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s-E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r>
                          <a:rPr lang="es-E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es-E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s-E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s-E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(dB)-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ES" sz="2000" i="1">
                            <a:latin typeface="Cambria Math"/>
                          </a:rPr>
                          <m:t>𝑒𝑞</m:t>
                        </m:r>
                      </m:sub>
                    </m:sSub>
                    <m:r>
                      <a:rPr lang="es-ES" sz="2000" i="1">
                        <a:latin typeface="Cambria Math"/>
                      </a:rPr>
                      <m:t>(</m:t>
                    </m:r>
                    <m:r>
                      <a:rPr lang="es-ES" sz="2000" i="1">
                        <a:latin typeface="Cambria Math"/>
                      </a:rPr>
                      <m:t>𝑑𝐵</m:t>
                    </m:r>
                    <m:r>
                      <a:rPr lang="es-ES" sz="2000" i="1">
                        <a:latin typeface="Cambria Math"/>
                      </a:rPr>
                      <m:t>)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27" name="26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4993" y="3751428"/>
                <a:ext cx="4070345" cy="59471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20692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Forma en L"/>
          <p:cNvSpPr/>
          <p:nvPr/>
        </p:nvSpPr>
        <p:spPr>
          <a:xfrm rot="5400000">
            <a:off x="1119154" y="-1177839"/>
            <a:ext cx="6891161" cy="9180514"/>
          </a:xfrm>
          <a:prstGeom prst="corner">
            <a:avLst>
              <a:gd name="adj1" fmla="val 9937"/>
              <a:gd name="adj2" fmla="val 10583"/>
            </a:avLst>
          </a:prstGeom>
          <a:gradFill flip="none" rotWithShape="1">
            <a:gsLst>
              <a:gs pos="100000">
                <a:srgbClr val="83A62A"/>
              </a:gs>
              <a:gs pos="0">
                <a:schemeClr val="tx1"/>
              </a:gs>
              <a:gs pos="9000">
                <a:schemeClr val="tx1"/>
              </a:gs>
              <a:gs pos="24000">
                <a:schemeClr val="accent3">
                  <a:lumMod val="50000"/>
                </a:schemeClr>
              </a:gs>
              <a:gs pos="61000">
                <a:srgbClr val="83A62A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innerShdw blurRad="63500" dist="1016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CuadroTexto"/>
          <p:cNvSpPr txBox="1"/>
          <p:nvPr/>
        </p:nvSpPr>
        <p:spPr>
          <a:xfrm>
            <a:off x="2267744" y="-33159"/>
            <a:ext cx="51090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Parámetros de calidad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1"/>
            <a:ext cx="713290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6178" y="6309320"/>
            <a:ext cx="451366" cy="365125"/>
          </a:xfrm>
        </p:spPr>
        <p:txBody>
          <a:bodyPr/>
          <a:lstStyle/>
          <a:p>
            <a:fld id="{DAD8BA2F-E335-4939-99DC-A7E50E548284}" type="slidenum">
              <a: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27</a:t>
            </a:fld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2" name="291 CuadroTexto"/>
          <p:cNvSpPr txBox="1"/>
          <p:nvPr/>
        </p:nvSpPr>
        <p:spPr>
          <a:xfrm>
            <a:off x="3682549" y="716091"/>
            <a:ext cx="24016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u="sng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Relación C/N</a:t>
            </a:r>
          </a:p>
        </p:txBody>
      </p:sp>
      <p:grpSp>
        <p:nvGrpSpPr>
          <p:cNvPr id="10" name="9 Grupo"/>
          <p:cNvGrpSpPr/>
          <p:nvPr/>
        </p:nvGrpSpPr>
        <p:grpSpPr>
          <a:xfrm>
            <a:off x="2502331" y="1414849"/>
            <a:ext cx="701813" cy="897534"/>
            <a:chOff x="1676338" y="803460"/>
            <a:chExt cx="325542" cy="565716"/>
          </a:xfrm>
        </p:grpSpPr>
        <p:cxnSp>
          <p:nvCxnSpPr>
            <p:cNvPr id="11" name="10 Conector recto"/>
            <p:cNvCxnSpPr/>
            <p:nvPr/>
          </p:nvCxnSpPr>
          <p:spPr>
            <a:xfrm>
              <a:off x="1691680" y="1030606"/>
              <a:ext cx="0" cy="33857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11 Conector recto"/>
            <p:cNvCxnSpPr/>
            <p:nvPr/>
          </p:nvCxnSpPr>
          <p:spPr>
            <a:xfrm flipH="1">
              <a:off x="1680597" y="907169"/>
              <a:ext cx="299115" cy="14329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13 Conector recto"/>
            <p:cNvCxnSpPr/>
            <p:nvPr/>
          </p:nvCxnSpPr>
          <p:spPr>
            <a:xfrm>
              <a:off x="1932570" y="858880"/>
              <a:ext cx="69310" cy="1133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14 Conector recto"/>
            <p:cNvCxnSpPr/>
            <p:nvPr/>
          </p:nvCxnSpPr>
          <p:spPr>
            <a:xfrm>
              <a:off x="1880032" y="892094"/>
              <a:ext cx="69310" cy="1133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15 Conector recto"/>
            <p:cNvCxnSpPr/>
            <p:nvPr/>
          </p:nvCxnSpPr>
          <p:spPr>
            <a:xfrm>
              <a:off x="1813566" y="914262"/>
              <a:ext cx="69310" cy="1133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16 Conector recto"/>
            <p:cNvCxnSpPr/>
            <p:nvPr/>
          </p:nvCxnSpPr>
          <p:spPr>
            <a:xfrm>
              <a:off x="1752604" y="953056"/>
              <a:ext cx="69310" cy="1133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17 Conector recto"/>
            <p:cNvCxnSpPr/>
            <p:nvPr/>
          </p:nvCxnSpPr>
          <p:spPr>
            <a:xfrm flipV="1">
              <a:off x="1680634" y="803460"/>
              <a:ext cx="149558" cy="24103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18 Conector recto"/>
            <p:cNvCxnSpPr/>
            <p:nvPr/>
          </p:nvCxnSpPr>
          <p:spPr>
            <a:xfrm>
              <a:off x="1676338" y="1044494"/>
              <a:ext cx="303374" cy="794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" name="5 Conector recto"/>
          <p:cNvCxnSpPr/>
          <p:nvPr/>
        </p:nvCxnSpPr>
        <p:spPr>
          <a:xfrm>
            <a:off x="2536838" y="2312383"/>
            <a:ext cx="95384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8 CuadroTexto"/>
          <p:cNvSpPr txBox="1"/>
          <p:nvPr/>
        </p:nvSpPr>
        <p:spPr>
          <a:xfrm>
            <a:off x="2859167" y="1916832"/>
            <a:ext cx="5038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sz="2000" b="1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</a:p>
        </p:txBody>
      </p:sp>
      <p:sp>
        <p:nvSpPr>
          <p:cNvPr id="44" name="43 CuadroTexto"/>
          <p:cNvSpPr txBox="1"/>
          <p:nvPr/>
        </p:nvSpPr>
        <p:spPr>
          <a:xfrm>
            <a:off x="2542581" y="2315307"/>
            <a:ext cx="9492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(C/N)</a:t>
            </a:r>
            <a:r>
              <a:rPr lang="en-US" sz="2000" b="1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</a:p>
        </p:txBody>
      </p:sp>
      <p:sp>
        <p:nvSpPr>
          <p:cNvPr id="45" name="44 CuadroTexto"/>
          <p:cNvSpPr txBox="1"/>
          <p:nvPr/>
        </p:nvSpPr>
        <p:spPr>
          <a:xfrm>
            <a:off x="5607247" y="1843749"/>
            <a:ext cx="6032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sz="2000" b="1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</a:t>
            </a:r>
            <a:endParaRPr lang="en-US" sz="2000" b="1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45 CuadroTexto"/>
          <p:cNvSpPr txBox="1"/>
          <p:nvPr/>
        </p:nvSpPr>
        <p:spPr>
          <a:xfrm>
            <a:off x="5552612" y="2332626"/>
            <a:ext cx="10631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(C/N)</a:t>
            </a:r>
            <a:r>
              <a:rPr lang="en-US" sz="2000" b="1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</a:t>
            </a:r>
          </a:p>
        </p:txBody>
      </p:sp>
      <p:sp>
        <p:nvSpPr>
          <p:cNvPr id="20" name="19 Rectángulo"/>
          <p:cNvSpPr/>
          <p:nvPr/>
        </p:nvSpPr>
        <p:spPr>
          <a:xfrm>
            <a:off x="3491880" y="1832017"/>
            <a:ext cx="1656184" cy="8834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37 Conector recto"/>
          <p:cNvCxnSpPr/>
          <p:nvPr/>
        </p:nvCxnSpPr>
        <p:spPr>
          <a:xfrm>
            <a:off x="5130327" y="2311378"/>
            <a:ext cx="95384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38 CuadroTexto"/>
          <p:cNvSpPr txBox="1"/>
          <p:nvPr/>
        </p:nvSpPr>
        <p:spPr>
          <a:xfrm>
            <a:off x="3995936" y="2043804"/>
            <a:ext cx="5405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2000" b="1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eq</a:t>
            </a:r>
            <a:endParaRPr lang="en-US" sz="2000" b="1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28 CuadroTexto">
                <a:extLst>
                  <a:ext uri="{FF2B5EF4-FFF2-40B4-BE49-F238E27FC236}">
                    <a16:creationId xmlns:a16="http://schemas.microsoft.com/office/drawing/2014/main" id="{022739DB-A5CD-FFAE-B6FD-2A758ED75516}"/>
                  </a:ext>
                </a:extLst>
              </p:cNvPr>
              <p:cNvSpPr txBox="1"/>
              <p:nvPr/>
            </p:nvSpPr>
            <p:spPr>
              <a:xfrm>
                <a:off x="1321570" y="3660283"/>
                <a:ext cx="6573338" cy="8592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0" i="1" smtClean="0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/>
                            </a:rPr>
                            <m:t>𝑒𝑞</m:t>
                          </m:r>
                        </m:sub>
                      </m:sSub>
                      <m:r>
                        <a:rPr lang="es-ES" sz="24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0" i="1" smtClean="0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s-ES" sz="2400" b="0" i="1" smtClean="0">
                          <a:latin typeface="Cambria Math"/>
                          <a:ea typeface="Cambria Math"/>
                        </a:rPr>
                        <m:t>+</m:t>
                      </m:r>
                      <m:f>
                        <m:fPr>
                          <m:ctrlPr>
                            <a:rPr lang="es-ES" sz="24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s-ES" sz="24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s-ES" sz="2400" b="0" i="1" smtClean="0">
                              <a:latin typeface="Cambria Math"/>
                            </a:rPr>
                            <m:t>−1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b="0" i="1" smtClean="0">
                                  <a:latin typeface="Cambria Math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s-ES" sz="2400" b="0" i="1" smtClean="0">
                          <a:latin typeface="Cambria Math"/>
                          <a:ea typeface="Cambria Math"/>
                        </a:rPr>
                        <m:t>+</m:t>
                      </m:r>
                      <m:f>
                        <m:fPr>
                          <m:ctrlPr>
                            <a:rPr lang="es-ES" sz="24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s-ES" sz="2400" b="0" i="1" smtClean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  <m:r>
                            <a:rPr lang="es-ES" sz="2400" i="1">
                              <a:latin typeface="Cambria Math"/>
                            </a:rPr>
                            <m:t>−1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s-ES" sz="2400" b="0" i="1" smtClean="0">
                              <a:latin typeface="Cambria Math"/>
                            </a:rPr>
                            <m:t>·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s-ES" sz="24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s-ES" sz="2400" b="0" i="1" smtClean="0">
                          <a:latin typeface="Cambria Math"/>
                        </a:rPr>
                        <m:t>+…+</m:t>
                      </m:r>
                      <m:f>
                        <m:fPr>
                          <m:ctrlPr>
                            <a:rPr lang="es-ES" sz="24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s-ES" sz="2400" b="0" i="1" smtClean="0">
                                  <a:latin typeface="Cambria Math"/>
                                </a:rPr>
                                <m:t>𝑁</m:t>
                              </m:r>
                            </m:sub>
                          </m:sSub>
                          <m:r>
                            <a:rPr lang="es-ES" sz="2400" i="1">
                              <a:latin typeface="Cambria Math"/>
                            </a:rPr>
                            <m:t>−1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s-ES" sz="2400" i="1">
                              <a:latin typeface="Cambria Math"/>
                            </a:rPr>
                            <m:t>·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s-ES" sz="2400" b="0" i="1" smtClean="0">
                              <a:latin typeface="Cambria Math"/>
                            </a:rPr>
                            <m:t>···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s-ES" sz="2400" b="0" i="1" smtClean="0">
                                  <a:latin typeface="Cambria Math"/>
                                </a:rPr>
                                <m:t>𝑁</m:t>
                              </m:r>
                              <m:r>
                                <a:rPr lang="es-ES" sz="2400" b="0" i="1" smtClean="0">
                                  <a:latin typeface="Cambria Math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" name="28 CuadroTexto">
                <a:extLst>
                  <a:ext uri="{FF2B5EF4-FFF2-40B4-BE49-F238E27FC236}">
                    <a16:creationId xmlns:a16="http://schemas.microsoft.com/office/drawing/2014/main" id="{022739DB-A5CD-FFAE-B6FD-2A758ED75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1570" y="3660283"/>
                <a:ext cx="6573338" cy="8592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uadroTexto 4">
            <a:extLst>
              <a:ext uri="{FF2B5EF4-FFF2-40B4-BE49-F238E27FC236}">
                <a16:creationId xmlns:a16="http://schemas.microsoft.com/office/drawing/2014/main" id="{397C5FF0-CA37-61B2-A560-6A62E89D574B}"/>
              </a:ext>
            </a:extLst>
          </p:cNvPr>
          <p:cNvSpPr txBox="1"/>
          <p:nvPr/>
        </p:nvSpPr>
        <p:spPr>
          <a:xfrm>
            <a:off x="1360870" y="3050862"/>
            <a:ext cx="6922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Para el caso de un solo Amplificador de Bajo Ruido (LNA), la Formula de </a:t>
            </a:r>
            <a:r>
              <a:rPr lang="es-ES" dirty="0" err="1"/>
              <a:t>Friis</a:t>
            </a:r>
            <a:r>
              <a:rPr lang="es-ES" dirty="0"/>
              <a:t>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BF8796A8-9318-63AB-9750-29B45331EB34}"/>
                  </a:ext>
                </a:extLst>
              </p:cNvPr>
              <p:cNvSpPr txBox="1"/>
              <p:nvPr/>
            </p:nvSpPr>
            <p:spPr>
              <a:xfrm>
                <a:off x="1321570" y="4753098"/>
                <a:ext cx="69228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dirty="0"/>
                  <a:t>Es dominada por la ganancia del Amplificador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𝐿𝑁𝐴</m:t>
                        </m:r>
                      </m:sub>
                    </m:sSub>
                  </m:oMath>
                </a14:m>
                <a:r>
                  <a:rPr lang="es-ES" dirty="0"/>
                  <a:t> </a:t>
                </a:r>
              </a:p>
            </p:txBody>
          </p:sp>
        </mc:Choice>
        <mc:Fallback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BF8796A8-9318-63AB-9750-29B45331EB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1570" y="4753098"/>
                <a:ext cx="6922838" cy="369332"/>
              </a:xfrm>
              <a:prstGeom prst="rect">
                <a:avLst/>
              </a:prstGeom>
              <a:blipFill>
                <a:blip r:embed="rId5"/>
                <a:stretch>
                  <a:fillRect l="-793" t="-10000" b="-2666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28 CuadroTexto">
                <a:extLst>
                  <a:ext uri="{FF2B5EF4-FFF2-40B4-BE49-F238E27FC236}">
                    <a16:creationId xmlns:a16="http://schemas.microsoft.com/office/drawing/2014/main" id="{B1102F05-BEB2-B25D-C4A5-645577413DE2}"/>
                  </a:ext>
                </a:extLst>
              </p:cNvPr>
              <p:cNvSpPr txBox="1"/>
              <p:nvPr/>
            </p:nvSpPr>
            <p:spPr>
              <a:xfrm>
                <a:off x="3090882" y="5172155"/>
                <a:ext cx="3658759" cy="8686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0" i="1" smtClean="0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/>
                            </a:rPr>
                            <m:t>𝑒𝑞</m:t>
                          </m:r>
                        </m:sub>
                      </m:sSub>
                      <m:r>
                        <a:rPr lang="es-ES" sz="24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0" i="1" smtClean="0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𝐿𝑁𝐴</m:t>
                          </m:r>
                        </m:sub>
                      </m:sSub>
                      <m:r>
                        <a:rPr lang="es-ES" sz="2400" b="0" i="1" smtClean="0">
                          <a:latin typeface="Cambria Math"/>
                          <a:ea typeface="Cambria Math"/>
                        </a:rPr>
                        <m:t>+</m:t>
                      </m:r>
                      <m:f>
                        <m:fPr>
                          <m:ctrlPr>
                            <a:rPr lang="es-ES" sz="24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𝑝𝑒𝑟𝑑𝑖𝑑𝑎𝑠</m:t>
                              </m:r>
                            </m:sub>
                          </m:sSub>
                          <m:r>
                            <a:rPr lang="es-ES" sz="2400" b="0" i="1" smtClean="0">
                              <a:latin typeface="Cambria Math"/>
                            </a:rPr>
                            <m:t>−1</m:t>
                          </m:r>
                        </m:num>
                        <m:den>
                          <m:sSub>
                            <m:sSubPr>
                              <m:ctrlPr>
                                <a:rPr lang="es-E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s-ES" sz="2400" i="1">
                                  <a:latin typeface="Cambria Math" panose="02040503050406030204" pitchFamily="18" charset="0"/>
                                </a:rPr>
                                <m:t>𝐿𝑁𝐴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3" name="28 CuadroTexto">
                <a:extLst>
                  <a:ext uri="{FF2B5EF4-FFF2-40B4-BE49-F238E27FC236}">
                    <a16:creationId xmlns:a16="http://schemas.microsoft.com/office/drawing/2014/main" id="{B1102F05-BEB2-B25D-C4A5-645577413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882" y="5172155"/>
                <a:ext cx="3658759" cy="8686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29014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Forma en L"/>
          <p:cNvSpPr/>
          <p:nvPr/>
        </p:nvSpPr>
        <p:spPr>
          <a:xfrm rot="5400000">
            <a:off x="1108166" y="-1177835"/>
            <a:ext cx="6891161" cy="9180514"/>
          </a:xfrm>
          <a:prstGeom prst="corner">
            <a:avLst>
              <a:gd name="adj1" fmla="val 9937"/>
              <a:gd name="adj2" fmla="val 10583"/>
            </a:avLst>
          </a:prstGeom>
          <a:gradFill flip="none" rotWithShape="1">
            <a:gsLst>
              <a:gs pos="100000">
                <a:srgbClr val="83A62A"/>
              </a:gs>
              <a:gs pos="0">
                <a:schemeClr val="tx1"/>
              </a:gs>
              <a:gs pos="9000">
                <a:schemeClr val="tx1"/>
              </a:gs>
              <a:gs pos="24000">
                <a:schemeClr val="accent3">
                  <a:lumMod val="50000"/>
                </a:schemeClr>
              </a:gs>
              <a:gs pos="61000">
                <a:srgbClr val="83A62A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innerShdw blurRad="63500" dist="1016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CuadroTexto"/>
          <p:cNvSpPr txBox="1"/>
          <p:nvPr/>
        </p:nvSpPr>
        <p:spPr>
          <a:xfrm>
            <a:off x="3705168" y="-33159"/>
            <a:ext cx="15183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</a:p>
        </p:txBody>
      </p:sp>
      <p:sp>
        <p:nvSpPr>
          <p:cNvPr id="4" name="3 CuadroTexto"/>
          <p:cNvSpPr txBox="1"/>
          <p:nvPr/>
        </p:nvSpPr>
        <p:spPr>
          <a:xfrm>
            <a:off x="755576" y="1052736"/>
            <a:ext cx="83910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u="sng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Infraestructuras Comunes de Telecomunicación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1"/>
            <a:ext cx="713290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1763688" y="1700808"/>
            <a:ext cx="532859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t"/>
            <a:r>
              <a:rPr lang="es-ES_tradnl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5.1. </a:t>
            </a:r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Introducción a las </a:t>
            </a:r>
            <a:r>
              <a:rPr lang="es-ES" sz="24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5.2. Magnitudes y unidades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5.3. Servicios ofrecidos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5.4. Diseño de </a:t>
            </a:r>
            <a:r>
              <a:rPr lang="es-ES" sz="24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5.5. Parámetros de calidad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_tradnl" sz="2400" dirty="0">
                <a:latin typeface="Arial" panose="020B0604020202020204" pitchFamily="34" charset="0"/>
                <a:cs typeface="Arial" panose="020B0604020202020204" pitchFamily="34" charset="0"/>
              </a:rPr>
              <a:t>5.6. 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Componentes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5.7. Ejemplo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5.8. Presentación de la memoria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5.9. Información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6178" y="6309320"/>
            <a:ext cx="370384" cy="365125"/>
          </a:xfrm>
        </p:spPr>
        <p:txBody>
          <a:bodyPr/>
          <a:lstStyle/>
          <a:p>
            <a:fld id="{DAD8BA2F-E335-4939-99DC-A7E50E548284}" type="slidenum">
              <a: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</a:t>
            </a:fld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80082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86 Conector recto">
            <a:extLst>
              <a:ext uri="{FF2B5EF4-FFF2-40B4-BE49-F238E27FC236}">
                <a16:creationId xmlns:a16="http://schemas.microsoft.com/office/drawing/2014/main" id="{ADDAD17F-D78D-4F7C-A884-70BDDEF32DCC}"/>
              </a:ext>
            </a:extLst>
          </p:cNvPr>
          <p:cNvCxnSpPr>
            <a:cxnSpLocks/>
          </p:cNvCxnSpPr>
          <p:nvPr/>
        </p:nvCxnSpPr>
        <p:spPr>
          <a:xfrm>
            <a:off x="802206" y="4375487"/>
            <a:ext cx="6388211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86 Conector recto">
            <a:extLst>
              <a:ext uri="{FF2B5EF4-FFF2-40B4-BE49-F238E27FC236}">
                <a16:creationId xmlns:a16="http://schemas.microsoft.com/office/drawing/2014/main" id="{1771B295-7AA5-4E53-B6FC-74FF0C564613}"/>
              </a:ext>
            </a:extLst>
          </p:cNvPr>
          <p:cNvCxnSpPr>
            <a:cxnSpLocks/>
          </p:cNvCxnSpPr>
          <p:nvPr/>
        </p:nvCxnSpPr>
        <p:spPr>
          <a:xfrm>
            <a:off x="811907" y="3152468"/>
            <a:ext cx="6388211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Picture 2">
            <a:extLst>
              <a:ext uri="{FF2B5EF4-FFF2-40B4-BE49-F238E27FC236}">
                <a16:creationId xmlns:a16="http://schemas.microsoft.com/office/drawing/2014/main" id="{239B215C-B623-4BF9-A971-7475004299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299" y="2221608"/>
            <a:ext cx="1072979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Forma en L"/>
          <p:cNvSpPr/>
          <p:nvPr/>
        </p:nvSpPr>
        <p:spPr>
          <a:xfrm rot="5400000">
            <a:off x="1115929" y="-1161257"/>
            <a:ext cx="6891161" cy="9180514"/>
          </a:xfrm>
          <a:prstGeom prst="corner">
            <a:avLst>
              <a:gd name="adj1" fmla="val 9937"/>
              <a:gd name="adj2" fmla="val 10583"/>
            </a:avLst>
          </a:prstGeom>
          <a:gradFill flip="none" rotWithShape="1">
            <a:gsLst>
              <a:gs pos="100000">
                <a:srgbClr val="83A62A"/>
              </a:gs>
              <a:gs pos="0">
                <a:schemeClr val="tx1"/>
              </a:gs>
              <a:gs pos="9000">
                <a:schemeClr val="tx1"/>
              </a:gs>
              <a:gs pos="24000">
                <a:schemeClr val="accent3">
                  <a:lumMod val="50000"/>
                </a:schemeClr>
              </a:gs>
              <a:gs pos="61000">
                <a:srgbClr val="83A62A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innerShdw blurRad="63500" dist="1016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CuadroTexto"/>
          <p:cNvSpPr txBox="1"/>
          <p:nvPr/>
        </p:nvSpPr>
        <p:spPr>
          <a:xfrm>
            <a:off x="2922530" y="-33159"/>
            <a:ext cx="32624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Componentes</a:t>
            </a:r>
            <a:endParaRPr lang="es-ES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1"/>
            <a:ext cx="713290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6178" y="6309320"/>
            <a:ext cx="523374" cy="365125"/>
          </a:xfrm>
        </p:spPr>
        <p:txBody>
          <a:bodyPr/>
          <a:lstStyle/>
          <a:p>
            <a:fld id="{DAD8BA2F-E335-4939-99DC-A7E50E548284}" type="slidenum">
              <a: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29</a:t>
            </a:fld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28E3B490-A924-439B-8E27-3D87A9A714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369" y="741790"/>
            <a:ext cx="459411" cy="278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>
            <a:extLst>
              <a:ext uri="{FF2B5EF4-FFF2-40B4-BE49-F238E27FC236}">
                <a16:creationId xmlns:a16="http://schemas.microsoft.com/office/drawing/2014/main" id="{FE10FC20-F544-40A3-A7E0-F1FF648F88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835" y="1013169"/>
            <a:ext cx="333194" cy="440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AA7CD86A-16F5-4E0E-9BD0-94F61FC335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411001" y="894441"/>
            <a:ext cx="500920" cy="37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5">
            <a:extLst>
              <a:ext uri="{FF2B5EF4-FFF2-40B4-BE49-F238E27FC236}">
                <a16:creationId xmlns:a16="http://schemas.microsoft.com/office/drawing/2014/main" id="{38D71830-3DA6-4888-9147-E6CCF9EB71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1187" y="717396"/>
            <a:ext cx="652160" cy="611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2B73D886-E60A-4018-89B7-4BB538FA2B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388" y="1265369"/>
            <a:ext cx="909258" cy="468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BEE2CD29-AAED-4247-B37D-7AB4024B520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2512877" y="1319588"/>
            <a:ext cx="809388" cy="646332"/>
          </a:xfrm>
          <a:prstGeom prst="rect">
            <a:avLst/>
          </a:prstGeom>
        </p:spPr>
      </p:pic>
      <p:cxnSp>
        <p:nvCxnSpPr>
          <p:cNvPr id="14" name="Conector: curvado 13">
            <a:extLst>
              <a:ext uri="{FF2B5EF4-FFF2-40B4-BE49-F238E27FC236}">
                <a16:creationId xmlns:a16="http://schemas.microsoft.com/office/drawing/2014/main" id="{8F284EA5-0D76-4499-9C95-D864688C1804}"/>
              </a:ext>
            </a:extLst>
          </p:cNvPr>
          <p:cNvCxnSpPr>
            <a:cxnSpLocks/>
          </p:cNvCxnSpPr>
          <p:nvPr/>
        </p:nvCxnSpPr>
        <p:spPr>
          <a:xfrm rot="16200000" flipH="1">
            <a:off x="908362" y="1000074"/>
            <a:ext cx="465242" cy="339302"/>
          </a:xfrm>
          <a:prstGeom prst="curvedConnector3">
            <a:avLst>
              <a:gd name="adj1" fmla="val 50000"/>
            </a:avLst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: curvado 18">
            <a:extLst>
              <a:ext uri="{FF2B5EF4-FFF2-40B4-BE49-F238E27FC236}">
                <a16:creationId xmlns:a16="http://schemas.microsoft.com/office/drawing/2014/main" id="{787C6A6C-C9CD-4879-9B97-D7287CFEC572}"/>
              </a:ext>
            </a:extLst>
          </p:cNvPr>
          <p:cNvCxnSpPr>
            <a:cxnSpLocks/>
          </p:cNvCxnSpPr>
          <p:nvPr/>
        </p:nvCxnSpPr>
        <p:spPr>
          <a:xfrm>
            <a:off x="883015" y="1209012"/>
            <a:ext cx="385150" cy="188810"/>
          </a:xfrm>
          <a:prstGeom prst="curvedConnector3">
            <a:avLst>
              <a:gd name="adj1" fmla="val 50000"/>
            </a:avLst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: curvado 20">
            <a:extLst>
              <a:ext uri="{FF2B5EF4-FFF2-40B4-BE49-F238E27FC236}">
                <a16:creationId xmlns:a16="http://schemas.microsoft.com/office/drawing/2014/main" id="{153A90EA-4BBE-4364-ACE7-E63BD6F74039}"/>
              </a:ext>
            </a:extLst>
          </p:cNvPr>
          <p:cNvCxnSpPr>
            <a:cxnSpLocks/>
          </p:cNvCxnSpPr>
          <p:nvPr/>
        </p:nvCxnSpPr>
        <p:spPr>
          <a:xfrm rot="5400000">
            <a:off x="1243942" y="1139086"/>
            <a:ext cx="398080" cy="106610"/>
          </a:xfrm>
          <a:prstGeom prst="curvedConnector3">
            <a:avLst>
              <a:gd name="adj1" fmla="val 50000"/>
            </a:avLst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rco 23">
            <a:extLst>
              <a:ext uri="{FF2B5EF4-FFF2-40B4-BE49-F238E27FC236}">
                <a16:creationId xmlns:a16="http://schemas.microsoft.com/office/drawing/2014/main" id="{28798E70-494E-4366-A672-236E0B858358}"/>
              </a:ext>
            </a:extLst>
          </p:cNvPr>
          <p:cNvSpPr/>
          <p:nvPr/>
        </p:nvSpPr>
        <p:spPr>
          <a:xfrm rot="16200000">
            <a:off x="2427104" y="958293"/>
            <a:ext cx="427044" cy="614151"/>
          </a:xfrm>
          <a:prstGeom prst="arc">
            <a:avLst>
              <a:gd name="adj1" fmla="val 16379804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co 29">
            <a:extLst>
              <a:ext uri="{FF2B5EF4-FFF2-40B4-BE49-F238E27FC236}">
                <a16:creationId xmlns:a16="http://schemas.microsoft.com/office/drawing/2014/main" id="{F848A817-5912-49A9-94EE-7E575146EEFB}"/>
              </a:ext>
            </a:extLst>
          </p:cNvPr>
          <p:cNvSpPr/>
          <p:nvPr/>
        </p:nvSpPr>
        <p:spPr>
          <a:xfrm rot="5400000" flipV="1">
            <a:off x="2427104" y="926241"/>
            <a:ext cx="427044" cy="614151"/>
          </a:xfrm>
          <a:prstGeom prst="arc">
            <a:avLst>
              <a:gd name="adj1" fmla="val 16379804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co 30">
            <a:extLst>
              <a:ext uri="{FF2B5EF4-FFF2-40B4-BE49-F238E27FC236}">
                <a16:creationId xmlns:a16="http://schemas.microsoft.com/office/drawing/2014/main" id="{581E9288-F6F3-4112-8DC4-ED6103EFAE24}"/>
              </a:ext>
            </a:extLst>
          </p:cNvPr>
          <p:cNvSpPr/>
          <p:nvPr/>
        </p:nvSpPr>
        <p:spPr>
          <a:xfrm rot="5400000" flipV="1">
            <a:off x="2329639" y="660134"/>
            <a:ext cx="733918" cy="1693583"/>
          </a:xfrm>
          <a:prstGeom prst="arc">
            <a:avLst>
              <a:gd name="adj1" fmla="val 16379804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co 31">
            <a:extLst>
              <a:ext uri="{FF2B5EF4-FFF2-40B4-BE49-F238E27FC236}">
                <a16:creationId xmlns:a16="http://schemas.microsoft.com/office/drawing/2014/main" id="{345466DB-FA1F-41B9-A5CF-CEF1B07FC339}"/>
              </a:ext>
            </a:extLst>
          </p:cNvPr>
          <p:cNvSpPr/>
          <p:nvPr/>
        </p:nvSpPr>
        <p:spPr>
          <a:xfrm rot="10800000" flipV="1">
            <a:off x="2490527" y="1629732"/>
            <a:ext cx="427044" cy="614151"/>
          </a:xfrm>
          <a:prstGeom prst="arc">
            <a:avLst>
              <a:gd name="adj1" fmla="val 16379804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co 32">
            <a:extLst>
              <a:ext uri="{FF2B5EF4-FFF2-40B4-BE49-F238E27FC236}">
                <a16:creationId xmlns:a16="http://schemas.microsoft.com/office/drawing/2014/main" id="{67AC59C9-5C1D-4BAA-A272-DB1461ABD329}"/>
              </a:ext>
            </a:extLst>
          </p:cNvPr>
          <p:cNvSpPr/>
          <p:nvPr/>
        </p:nvSpPr>
        <p:spPr>
          <a:xfrm rot="5400000" flipV="1">
            <a:off x="2584080" y="1629540"/>
            <a:ext cx="427044" cy="614151"/>
          </a:xfrm>
          <a:prstGeom prst="arc">
            <a:avLst>
              <a:gd name="adj1" fmla="val 15932303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ADACC2F8-FDAF-4216-A620-A1D8DE512154}"/>
              </a:ext>
            </a:extLst>
          </p:cNvPr>
          <p:cNvCxnSpPr>
            <a:cxnSpLocks/>
          </p:cNvCxnSpPr>
          <p:nvPr/>
        </p:nvCxnSpPr>
        <p:spPr>
          <a:xfrm>
            <a:off x="2797603" y="2150138"/>
            <a:ext cx="10338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Arco 35">
            <a:extLst>
              <a:ext uri="{FF2B5EF4-FFF2-40B4-BE49-F238E27FC236}">
                <a16:creationId xmlns:a16="http://schemas.microsoft.com/office/drawing/2014/main" id="{D069087F-E22E-4C74-8D2F-743AF58FBD12}"/>
              </a:ext>
            </a:extLst>
          </p:cNvPr>
          <p:cNvSpPr/>
          <p:nvPr/>
        </p:nvSpPr>
        <p:spPr>
          <a:xfrm rot="16200000" flipV="1">
            <a:off x="3564933" y="2053900"/>
            <a:ext cx="427044" cy="614151"/>
          </a:xfrm>
          <a:prstGeom prst="arc">
            <a:avLst>
              <a:gd name="adj1" fmla="val 16379804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Picture 2">
            <a:extLst>
              <a:ext uri="{FF2B5EF4-FFF2-40B4-BE49-F238E27FC236}">
                <a16:creationId xmlns:a16="http://schemas.microsoft.com/office/drawing/2014/main" id="{7E3DC9CE-DA00-46D7-8C6B-D27C1E8C7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4392" y="3336647"/>
            <a:ext cx="1072979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" name="Picture 2">
            <a:extLst>
              <a:ext uri="{FF2B5EF4-FFF2-40B4-BE49-F238E27FC236}">
                <a16:creationId xmlns:a16="http://schemas.microsoft.com/office/drawing/2014/main" id="{2A5370B8-BB76-48FB-9A13-21274B04D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6008" y="4451687"/>
            <a:ext cx="1072979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" name="Picture 2">
            <a:extLst>
              <a:ext uri="{FF2B5EF4-FFF2-40B4-BE49-F238E27FC236}">
                <a16:creationId xmlns:a16="http://schemas.microsoft.com/office/drawing/2014/main" id="{43DB895D-BFEE-46EC-AE5B-A856B34A1D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8671" y="5566727"/>
            <a:ext cx="1072979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" name="Arco 40">
            <a:extLst>
              <a:ext uri="{FF2B5EF4-FFF2-40B4-BE49-F238E27FC236}">
                <a16:creationId xmlns:a16="http://schemas.microsoft.com/office/drawing/2014/main" id="{67B298F2-36BA-45D3-A516-B5F663165B27}"/>
              </a:ext>
            </a:extLst>
          </p:cNvPr>
          <p:cNvSpPr/>
          <p:nvPr/>
        </p:nvSpPr>
        <p:spPr>
          <a:xfrm flipV="1">
            <a:off x="4017360" y="2501271"/>
            <a:ext cx="427044" cy="614151"/>
          </a:xfrm>
          <a:prstGeom prst="arc">
            <a:avLst>
              <a:gd name="adj1" fmla="val 16379804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Arco 41">
            <a:extLst>
              <a:ext uri="{FF2B5EF4-FFF2-40B4-BE49-F238E27FC236}">
                <a16:creationId xmlns:a16="http://schemas.microsoft.com/office/drawing/2014/main" id="{6F3A000C-A398-4733-BFF6-AE858CC87A67}"/>
              </a:ext>
            </a:extLst>
          </p:cNvPr>
          <p:cNvSpPr/>
          <p:nvPr/>
        </p:nvSpPr>
        <p:spPr>
          <a:xfrm rot="10800000" flipV="1">
            <a:off x="4054697" y="3113900"/>
            <a:ext cx="427044" cy="614151"/>
          </a:xfrm>
          <a:prstGeom prst="arc">
            <a:avLst>
              <a:gd name="adj1" fmla="val 16379804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Arco 42">
            <a:extLst>
              <a:ext uri="{FF2B5EF4-FFF2-40B4-BE49-F238E27FC236}">
                <a16:creationId xmlns:a16="http://schemas.microsoft.com/office/drawing/2014/main" id="{A47710D0-6866-4F17-8530-C3B681956C84}"/>
              </a:ext>
            </a:extLst>
          </p:cNvPr>
          <p:cNvSpPr/>
          <p:nvPr/>
        </p:nvSpPr>
        <p:spPr>
          <a:xfrm flipV="1">
            <a:off x="3958976" y="3632418"/>
            <a:ext cx="427044" cy="614151"/>
          </a:xfrm>
          <a:prstGeom prst="arc">
            <a:avLst>
              <a:gd name="adj1" fmla="val 16379804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Arco 43">
            <a:extLst>
              <a:ext uri="{FF2B5EF4-FFF2-40B4-BE49-F238E27FC236}">
                <a16:creationId xmlns:a16="http://schemas.microsoft.com/office/drawing/2014/main" id="{CDB90C3F-B094-4036-A710-7A56C732FA97}"/>
              </a:ext>
            </a:extLst>
          </p:cNvPr>
          <p:cNvSpPr/>
          <p:nvPr/>
        </p:nvSpPr>
        <p:spPr>
          <a:xfrm rot="10800000" flipV="1">
            <a:off x="3996313" y="4245047"/>
            <a:ext cx="427044" cy="614151"/>
          </a:xfrm>
          <a:prstGeom prst="arc">
            <a:avLst>
              <a:gd name="adj1" fmla="val 16379804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Arco 44">
            <a:extLst>
              <a:ext uri="{FF2B5EF4-FFF2-40B4-BE49-F238E27FC236}">
                <a16:creationId xmlns:a16="http://schemas.microsoft.com/office/drawing/2014/main" id="{BE2A248C-0E23-4DA7-9F6A-EA7B5A394AE8}"/>
              </a:ext>
            </a:extLst>
          </p:cNvPr>
          <p:cNvSpPr/>
          <p:nvPr/>
        </p:nvSpPr>
        <p:spPr>
          <a:xfrm flipV="1">
            <a:off x="3921639" y="4739632"/>
            <a:ext cx="427044" cy="614151"/>
          </a:xfrm>
          <a:prstGeom prst="arc">
            <a:avLst>
              <a:gd name="adj1" fmla="val 16379804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Arco 45">
            <a:extLst>
              <a:ext uri="{FF2B5EF4-FFF2-40B4-BE49-F238E27FC236}">
                <a16:creationId xmlns:a16="http://schemas.microsoft.com/office/drawing/2014/main" id="{D8943CCB-D29B-4ABF-B236-4FD24235DC33}"/>
              </a:ext>
            </a:extLst>
          </p:cNvPr>
          <p:cNvSpPr/>
          <p:nvPr/>
        </p:nvSpPr>
        <p:spPr>
          <a:xfrm rot="10800000" flipV="1">
            <a:off x="3958976" y="5352261"/>
            <a:ext cx="427044" cy="614151"/>
          </a:xfrm>
          <a:prstGeom prst="arc">
            <a:avLst>
              <a:gd name="adj1" fmla="val 16379804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36 Rectángulo">
            <a:extLst>
              <a:ext uri="{FF2B5EF4-FFF2-40B4-BE49-F238E27FC236}">
                <a16:creationId xmlns:a16="http://schemas.microsoft.com/office/drawing/2014/main" id="{AC430C65-236D-4565-8DFA-801DD90DEFA9}"/>
              </a:ext>
            </a:extLst>
          </p:cNvPr>
          <p:cNvSpPr/>
          <p:nvPr/>
        </p:nvSpPr>
        <p:spPr>
          <a:xfrm>
            <a:off x="827584" y="2050189"/>
            <a:ext cx="6388211" cy="4563747"/>
          </a:xfrm>
          <a:prstGeom prst="rect">
            <a:avLst/>
          </a:prstGeom>
          <a:noFill/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86 Conector recto">
            <a:extLst>
              <a:ext uri="{FF2B5EF4-FFF2-40B4-BE49-F238E27FC236}">
                <a16:creationId xmlns:a16="http://schemas.microsoft.com/office/drawing/2014/main" id="{9097AC0F-4ECC-42FB-8FCA-6CF4E52A6156}"/>
              </a:ext>
            </a:extLst>
          </p:cNvPr>
          <p:cNvCxnSpPr>
            <a:cxnSpLocks/>
          </p:cNvCxnSpPr>
          <p:nvPr/>
        </p:nvCxnSpPr>
        <p:spPr>
          <a:xfrm>
            <a:off x="860590" y="5566727"/>
            <a:ext cx="6388211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Picture 3">
            <a:extLst>
              <a:ext uri="{FF2B5EF4-FFF2-40B4-BE49-F238E27FC236}">
                <a16:creationId xmlns:a16="http://schemas.microsoft.com/office/drawing/2014/main" id="{39B41F8C-7F6E-46EA-898A-53622FB509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4742520" y="2323685"/>
            <a:ext cx="835433" cy="427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" name="Picture 3">
            <a:extLst>
              <a:ext uri="{FF2B5EF4-FFF2-40B4-BE49-F238E27FC236}">
                <a16:creationId xmlns:a16="http://schemas.microsoft.com/office/drawing/2014/main" id="{262E4CA9-30D4-4500-8445-230F7234B9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 flipH="1">
            <a:off x="2920155" y="2375667"/>
            <a:ext cx="835433" cy="427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" name="Arco 54">
            <a:extLst>
              <a:ext uri="{FF2B5EF4-FFF2-40B4-BE49-F238E27FC236}">
                <a16:creationId xmlns:a16="http://schemas.microsoft.com/office/drawing/2014/main" id="{89A87C5E-C221-47C4-B52D-B746501138CB}"/>
              </a:ext>
            </a:extLst>
          </p:cNvPr>
          <p:cNvSpPr/>
          <p:nvPr/>
        </p:nvSpPr>
        <p:spPr>
          <a:xfrm flipV="1">
            <a:off x="3552115" y="2463126"/>
            <a:ext cx="427044" cy="608193"/>
          </a:xfrm>
          <a:prstGeom prst="arc">
            <a:avLst>
              <a:gd name="adj1" fmla="val 16018282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Arco 55">
            <a:extLst>
              <a:ext uri="{FF2B5EF4-FFF2-40B4-BE49-F238E27FC236}">
                <a16:creationId xmlns:a16="http://schemas.microsoft.com/office/drawing/2014/main" id="{DFB3D4FA-55D3-401A-8C10-4C792072FA3B}"/>
              </a:ext>
            </a:extLst>
          </p:cNvPr>
          <p:cNvSpPr/>
          <p:nvPr/>
        </p:nvSpPr>
        <p:spPr>
          <a:xfrm flipH="1" flipV="1">
            <a:off x="4192682" y="2515477"/>
            <a:ext cx="427044" cy="525217"/>
          </a:xfrm>
          <a:prstGeom prst="arc">
            <a:avLst>
              <a:gd name="adj1" fmla="val 16379804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2F579B5B-83BC-4765-809D-714B0CDEF021}"/>
              </a:ext>
            </a:extLst>
          </p:cNvPr>
          <p:cNvCxnSpPr>
            <a:cxnSpLocks/>
          </p:cNvCxnSpPr>
          <p:nvPr/>
        </p:nvCxnSpPr>
        <p:spPr>
          <a:xfrm flipH="1">
            <a:off x="3183347" y="3074570"/>
            <a:ext cx="5822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0174CC37-197A-453B-B076-D28E73000D82}"/>
              </a:ext>
            </a:extLst>
          </p:cNvPr>
          <p:cNvCxnSpPr>
            <a:cxnSpLocks/>
          </p:cNvCxnSpPr>
          <p:nvPr/>
        </p:nvCxnSpPr>
        <p:spPr>
          <a:xfrm flipH="1">
            <a:off x="4386020" y="3035837"/>
            <a:ext cx="926528" cy="48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Arco 61">
            <a:extLst>
              <a:ext uri="{FF2B5EF4-FFF2-40B4-BE49-F238E27FC236}">
                <a16:creationId xmlns:a16="http://schemas.microsoft.com/office/drawing/2014/main" id="{2E348548-9B98-4A4B-BFE7-CF711314D5BC}"/>
              </a:ext>
            </a:extLst>
          </p:cNvPr>
          <p:cNvSpPr/>
          <p:nvPr/>
        </p:nvSpPr>
        <p:spPr>
          <a:xfrm rot="10800000" flipH="1" flipV="1">
            <a:off x="5220072" y="2877811"/>
            <a:ext cx="185524" cy="166587"/>
          </a:xfrm>
          <a:prstGeom prst="arc">
            <a:avLst>
              <a:gd name="adj1" fmla="val 16379804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Arco 62">
            <a:extLst>
              <a:ext uri="{FF2B5EF4-FFF2-40B4-BE49-F238E27FC236}">
                <a16:creationId xmlns:a16="http://schemas.microsoft.com/office/drawing/2014/main" id="{09A8DBB9-8F6C-4A0A-BD63-9EA68C2C4A8A}"/>
              </a:ext>
            </a:extLst>
          </p:cNvPr>
          <p:cNvSpPr/>
          <p:nvPr/>
        </p:nvSpPr>
        <p:spPr>
          <a:xfrm rot="10800000" flipH="1">
            <a:off x="5219786" y="2869249"/>
            <a:ext cx="185524" cy="166587"/>
          </a:xfrm>
          <a:prstGeom prst="arc">
            <a:avLst>
              <a:gd name="adj1" fmla="val 16379804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Arco 64">
            <a:extLst>
              <a:ext uri="{FF2B5EF4-FFF2-40B4-BE49-F238E27FC236}">
                <a16:creationId xmlns:a16="http://schemas.microsoft.com/office/drawing/2014/main" id="{F0F4CFE9-3F03-474D-A38A-CC6CEFD9459B}"/>
              </a:ext>
            </a:extLst>
          </p:cNvPr>
          <p:cNvSpPr/>
          <p:nvPr/>
        </p:nvSpPr>
        <p:spPr>
          <a:xfrm rot="10800000" flipV="1">
            <a:off x="3100479" y="2915825"/>
            <a:ext cx="185524" cy="166587"/>
          </a:xfrm>
          <a:prstGeom prst="arc">
            <a:avLst>
              <a:gd name="adj1" fmla="val 16379804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Arco 65">
            <a:extLst>
              <a:ext uri="{FF2B5EF4-FFF2-40B4-BE49-F238E27FC236}">
                <a16:creationId xmlns:a16="http://schemas.microsoft.com/office/drawing/2014/main" id="{0AA4C4FA-0D7B-480A-81A3-E8F439517D0B}"/>
              </a:ext>
            </a:extLst>
          </p:cNvPr>
          <p:cNvSpPr/>
          <p:nvPr/>
        </p:nvSpPr>
        <p:spPr>
          <a:xfrm rot="10800000">
            <a:off x="3102337" y="2907982"/>
            <a:ext cx="185524" cy="166587"/>
          </a:xfrm>
          <a:prstGeom prst="arc">
            <a:avLst>
              <a:gd name="adj1" fmla="val 16379804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8" name="Picture 2">
            <a:extLst>
              <a:ext uri="{FF2B5EF4-FFF2-40B4-BE49-F238E27FC236}">
                <a16:creationId xmlns:a16="http://schemas.microsoft.com/office/drawing/2014/main" id="{F3EA2911-CA3C-474A-906D-42CFA1FFA0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5585057" y="2076507"/>
            <a:ext cx="271700" cy="251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" name="Picture 2">
            <a:extLst>
              <a:ext uri="{FF2B5EF4-FFF2-40B4-BE49-F238E27FC236}">
                <a16:creationId xmlns:a16="http://schemas.microsoft.com/office/drawing/2014/main" id="{30F10A9F-AEDB-4A9C-AE77-4DA6C628E9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6181402" y="2288468"/>
            <a:ext cx="331812" cy="30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" name="Picture 2">
            <a:extLst>
              <a:ext uri="{FF2B5EF4-FFF2-40B4-BE49-F238E27FC236}">
                <a16:creationId xmlns:a16="http://schemas.microsoft.com/office/drawing/2014/main" id="{025F4364-8ED1-443A-9AC7-65EE44B0A8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5889763" y="2169370"/>
            <a:ext cx="331812" cy="30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" name="Picture 2">
            <a:extLst>
              <a:ext uri="{FF2B5EF4-FFF2-40B4-BE49-F238E27FC236}">
                <a16:creationId xmlns:a16="http://schemas.microsoft.com/office/drawing/2014/main" id="{52974A3B-C23B-4E1A-869D-DE5F4DE8E8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6804248" y="2588136"/>
            <a:ext cx="331812" cy="30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" name="Picture 2">
            <a:extLst>
              <a:ext uri="{FF2B5EF4-FFF2-40B4-BE49-F238E27FC236}">
                <a16:creationId xmlns:a16="http://schemas.microsoft.com/office/drawing/2014/main" id="{4A3C8B09-2C97-4AE5-992D-CF92B022F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6525905" y="2430797"/>
            <a:ext cx="331812" cy="30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3" name="Conector recto 72">
            <a:extLst>
              <a:ext uri="{FF2B5EF4-FFF2-40B4-BE49-F238E27FC236}">
                <a16:creationId xmlns:a16="http://schemas.microsoft.com/office/drawing/2014/main" id="{BE938472-6548-4BC8-A924-C7CE02BD8AE8}"/>
              </a:ext>
            </a:extLst>
          </p:cNvPr>
          <p:cNvCxnSpPr>
            <a:cxnSpLocks/>
          </p:cNvCxnSpPr>
          <p:nvPr/>
        </p:nvCxnSpPr>
        <p:spPr>
          <a:xfrm flipH="1" flipV="1">
            <a:off x="5278358" y="2169886"/>
            <a:ext cx="383433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cto 75">
            <a:extLst>
              <a:ext uri="{FF2B5EF4-FFF2-40B4-BE49-F238E27FC236}">
                <a16:creationId xmlns:a16="http://schemas.microsoft.com/office/drawing/2014/main" id="{33F0EBDE-AD16-4574-9F2E-2867CC6D679B}"/>
              </a:ext>
            </a:extLst>
          </p:cNvPr>
          <p:cNvCxnSpPr>
            <a:cxnSpLocks/>
          </p:cNvCxnSpPr>
          <p:nvPr/>
        </p:nvCxnSpPr>
        <p:spPr>
          <a:xfrm flipH="1" flipV="1">
            <a:off x="5288334" y="2325681"/>
            <a:ext cx="6744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cto 80">
            <a:extLst>
              <a:ext uri="{FF2B5EF4-FFF2-40B4-BE49-F238E27FC236}">
                <a16:creationId xmlns:a16="http://schemas.microsoft.com/office/drawing/2014/main" id="{818ADB8E-AB5B-4239-B3C0-F2BF1C85BCF0}"/>
              </a:ext>
            </a:extLst>
          </p:cNvPr>
          <p:cNvCxnSpPr>
            <a:cxnSpLocks/>
          </p:cNvCxnSpPr>
          <p:nvPr/>
        </p:nvCxnSpPr>
        <p:spPr>
          <a:xfrm flipH="1">
            <a:off x="5272198" y="2451085"/>
            <a:ext cx="9651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cto 83">
            <a:extLst>
              <a:ext uri="{FF2B5EF4-FFF2-40B4-BE49-F238E27FC236}">
                <a16:creationId xmlns:a16="http://schemas.microsoft.com/office/drawing/2014/main" id="{A4FBB459-F744-473D-BAC3-85E30AED292B}"/>
              </a:ext>
            </a:extLst>
          </p:cNvPr>
          <p:cNvCxnSpPr>
            <a:cxnSpLocks/>
          </p:cNvCxnSpPr>
          <p:nvPr/>
        </p:nvCxnSpPr>
        <p:spPr>
          <a:xfrm flipH="1">
            <a:off x="5302119" y="2597473"/>
            <a:ext cx="128610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cto 85">
            <a:extLst>
              <a:ext uri="{FF2B5EF4-FFF2-40B4-BE49-F238E27FC236}">
                <a16:creationId xmlns:a16="http://schemas.microsoft.com/office/drawing/2014/main" id="{806264E8-D449-46B5-BDA1-7B9EB7F7E8E7}"/>
              </a:ext>
            </a:extLst>
          </p:cNvPr>
          <p:cNvCxnSpPr>
            <a:cxnSpLocks/>
          </p:cNvCxnSpPr>
          <p:nvPr/>
        </p:nvCxnSpPr>
        <p:spPr>
          <a:xfrm flipH="1" flipV="1">
            <a:off x="5302120" y="2737598"/>
            <a:ext cx="15021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8" name="Picture 3">
            <a:extLst>
              <a:ext uri="{FF2B5EF4-FFF2-40B4-BE49-F238E27FC236}">
                <a16:creationId xmlns:a16="http://schemas.microsoft.com/office/drawing/2014/main" id="{D8378542-6E4B-4974-AB71-CC44ED327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4702170" y="3494624"/>
            <a:ext cx="835433" cy="427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" name="Arco 88">
            <a:extLst>
              <a:ext uri="{FF2B5EF4-FFF2-40B4-BE49-F238E27FC236}">
                <a16:creationId xmlns:a16="http://schemas.microsoft.com/office/drawing/2014/main" id="{C6B7A6CE-D824-4D8E-BFA6-26943C91A3DC}"/>
              </a:ext>
            </a:extLst>
          </p:cNvPr>
          <p:cNvSpPr/>
          <p:nvPr/>
        </p:nvSpPr>
        <p:spPr>
          <a:xfrm rot="10800000" flipH="1" flipV="1">
            <a:off x="5179722" y="4048750"/>
            <a:ext cx="185524" cy="166587"/>
          </a:xfrm>
          <a:prstGeom prst="arc">
            <a:avLst>
              <a:gd name="adj1" fmla="val 16379804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Arco 89">
            <a:extLst>
              <a:ext uri="{FF2B5EF4-FFF2-40B4-BE49-F238E27FC236}">
                <a16:creationId xmlns:a16="http://schemas.microsoft.com/office/drawing/2014/main" id="{9557F98F-42C9-45DB-8288-25B6672D14C1}"/>
              </a:ext>
            </a:extLst>
          </p:cNvPr>
          <p:cNvSpPr/>
          <p:nvPr/>
        </p:nvSpPr>
        <p:spPr>
          <a:xfrm rot="10800000" flipH="1">
            <a:off x="5179436" y="4040188"/>
            <a:ext cx="185524" cy="166587"/>
          </a:xfrm>
          <a:prstGeom prst="arc">
            <a:avLst>
              <a:gd name="adj1" fmla="val 16379804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1" name="Picture 2">
            <a:extLst>
              <a:ext uri="{FF2B5EF4-FFF2-40B4-BE49-F238E27FC236}">
                <a16:creationId xmlns:a16="http://schemas.microsoft.com/office/drawing/2014/main" id="{06385AE9-5D90-443B-AE63-02235DDC2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5544707" y="3247446"/>
            <a:ext cx="271700" cy="251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" name="Picture 2">
            <a:extLst>
              <a:ext uri="{FF2B5EF4-FFF2-40B4-BE49-F238E27FC236}">
                <a16:creationId xmlns:a16="http://schemas.microsoft.com/office/drawing/2014/main" id="{7594F4D3-1B4F-41F8-A6CF-000E3A724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6141052" y="3459407"/>
            <a:ext cx="331812" cy="30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" name="Picture 2">
            <a:extLst>
              <a:ext uri="{FF2B5EF4-FFF2-40B4-BE49-F238E27FC236}">
                <a16:creationId xmlns:a16="http://schemas.microsoft.com/office/drawing/2014/main" id="{5B9C23CF-9C18-4621-B4FD-7ECD4EF762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5849413" y="3340309"/>
            <a:ext cx="331812" cy="30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4" name="Picture 2">
            <a:extLst>
              <a:ext uri="{FF2B5EF4-FFF2-40B4-BE49-F238E27FC236}">
                <a16:creationId xmlns:a16="http://schemas.microsoft.com/office/drawing/2014/main" id="{D5038623-080D-430A-9146-35B72972D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6660232" y="3759075"/>
            <a:ext cx="331812" cy="30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5" name="Picture 2">
            <a:extLst>
              <a:ext uri="{FF2B5EF4-FFF2-40B4-BE49-F238E27FC236}">
                <a16:creationId xmlns:a16="http://schemas.microsoft.com/office/drawing/2014/main" id="{487CF3DE-F320-4C85-B333-55C8DA16C2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6485555" y="3601736"/>
            <a:ext cx="331812" cy="30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6" name="Conector recto 95">
            <a:extLst>
              <a:ext uri="{FF2B5EF4-FFF2-40B4-BE49-F238E27FC236}">
                <a16:creationId xmlns:a16="http://schemas.microsoft.com/office/drawing/2014/main" id="{06C502C4-E5E3-40EA-BFE9-EA4499A62221}"/>
              </a:ext>
            </a:extLst>
          </p:cNvPr>
          <p:cNvCxnSpPr>
            <a:cxnSpLocks/>
          </p:cNvCxnSpPr>
          <p:nvPr/>
        </p:nvCxnSpPr>
        <p:spPr>
          <a:xfrm flipH="1" flipV="1">
            <a:off x="5238008" y="3340825"/>
            <a:ext cx="383433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ector recto 96">
            <a:extLst>
              <a:ext uri="{FF2B5EF4-FFF2-40B4-BE49-F238E27FC236}">
                <a16:creationId xmlns:a16="http://schemas.microsoft.com/office/drawing/2014/main" id="{DDE5EF84-3AD8-43B9-A1D2-CC8DA5E4FA94}"/>
              </a:ext>
            </a:extLst>
          </p:cNvPr>
          <p:cNvCxnSpPr>
            <a:cxnSpLocks/>
          </p:cNvCxnSpPr>
          <p:nvPr/>
        </p:nvCxnSpPr>
        <p:spPr>
          <a:xfrm flipH="1" flipV="1">
            <a:off x="5247984" y="3496620"/>
            <a:ext cx="6744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ector recto 97">
            <a:extLst>
              <a:ext uri="{FF2B5EF4-FFF2-40B4-BE49-F238E27FC236}">
                <a16:creationId xmlns:a16="http://schemas.microsoft.com/office/drawing/2014/main" id="{758EFB92-A2F1-4E60-87CF-1A6BADC1E9B8}"/>
              </a:ext>
            </a:extLst>
          </p:cNvPr>
          <p:cNvCxnSpPr>
            <a:cxnSpLocks/>
          </p:cNvCxnSpPr>
          <p:nvPr/>
        </p:nvCxnSpPr>
        <p:spPr>
          <a:xfrm flipH="1">
            <a:off x="5231848" y="3622024"/>
            <a:ext cx="9651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ector recto 98">
            <a:extLst>
              <a:ext uri="{FF2B5EF4-FFF2-40B4-BE49-F238E27FC236}">
                <a16:creationId xmlns:a16="http://schemas.microsoft.com/office/drawing/2014/main" id="{7AC2F0A0-D74F-4B19-A9E5-69ABE5BF80AB}"/>
              </a:ext>
            </a:extLst>
          </p:cNvPr>
          <p:cNvCxnSpPr>
            <a:cxnSpLocks/>
          </p:cNvCxnSpPr>
          <p:nvPr/>
        </p:nvCxnSpPr>
        <p:spPr>
          <a:xfrm flipH="1">
            <a:off x="5261769" y="3768412"/>
            <a:ext cx="128610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ector recto 99">
            <a:extLst>
              <a:ext uri="{FF2B5EF4-FFF2-40B4-BE49-F238E27FC236}">
                <a16:creationId xmlns:a16="http://schemas.microsoft.com/office/drawing/2014/main" id="{A8CFC2F5-2140-40FF-9DC2-936C2B9AE4A3}"/>
              </a:ext>
            </a:extLst>
          </p:cNvPr>
          <p:cNvCxnSpPr>
            <a:cxnSpLocks/>
          </p:cNvCxnSpPr>
          <p:nvPr/>
        </p:nvCxnSpPr>
        <p:spPr>
          <a:xfrm flipH="1" flipV="1">
            <a:off x="5261770" y="3908537"/>
            <a:ext cx="15021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1" name="Picture 3">
            <a:extLst>
              <a:ext uri="{FF2B5EF4-FFF2-40B4-BE49-F238E27FC236}">
                <a16:creationId xmlns:a16="http://schemas.microsoft.com/office/drawing/2014/main" id="{F1AAC0C3-496C-4CCD-9D63-1E6612E961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4702170" y="4742413"/>
            <a:ext cx="835433" cy="427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" name="Arco 101">
            <a:extLst>
              <a:ext uri="{FF2B5EF4-FFF2-40B4-BE49-F238E27FC236}">
                <a16:creationId xmlns:a16="http://schemas.microsoft.com/office/drawing/2014/main" id="{645A6EAA-B62C-4693-9347-8448F8BCD3CD}"/>
              </a:ext>
            </a:extLst>
          </p:cNvPr>
          <p:cNvSpPr/>
          <p:nvPr/>
        </p:nvSpPr>
        <p:spPr>
          <a:xfrm rot="10800000" flipH="1" flipV="1">
            <a:off x="5179722" y="5296539"/>
            <a:ext cx="185524" cy="166587"/>
          </a:xfrm>
          <a:prstGeom prst="arc">
            <a:avLst>
              <a:gd name="adj1" fmla="val 16379804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Arco 102">
            <a:extLst>
              <a:ext uri="{FF2B5EF4-FFF2-40B4-BE49-F238E27FC236}">
                <a16:creationId xmlns:a16="http://schemas.microsoft.com/office/drawing/2014/main" id="{4CA34489-6EA3-49C4-B4BA-C9B6C3868367}"/>
              </a:ext>
            </a:extLst>
          </p:cNvPr>
          <p:cNvSpPr/>
          <p:nvPr/>
        </p:nvSpPr>
        <p:spPr>
          <a:xfrm rot="10800000" flipH="1">
            <a:off x="5179436" y="5287977"/>
            <a:ext cx="185524" cy="166587"/>
          </a:xfrm>
          <a:prstGeom prst="arc">
            <a:avLst>
              <a:gd name="adj1" fmla="val 16379804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4" name="Picture 2">
            <a:extLst>
              <a:ext uri="{FF2B5EF4-FFF2-40B4-BE49-F238E27FC236}">
                <a16:creationId xmlns:a16="http://schemas.microsoft.com/office/drawing/2014/main" id="{BF3B3B23-CCE6-4163-B06F-408A70BE62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5544707" y="4495235"/>
            <a:ext cx="271700" cy="251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" name="Picture 2">
            <a:extLst>
              <a:ext uri="{FF2B5EF4-FFF2-40B4-BE49-F238E27FC236}">
                <a16:creationId xmlns:a16="http://schemas.microsoft.com/office/drawing/2014/main" id="{69233F9D-97FC-4C01-9FF3-7EA0F71B6F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6141052" y="4707196"/>
            <a:ext cx="331812" cy="30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6" name="Picture 2">
            <a:extLst>
              <a:ext uri="{FF2B5EF4-FFF2-40B4-BE49-F238E27FC236}">
                <a16:creationId xmlns:a16="http://schemas.microsoft.com/office/drawing/2014/main" id="{C0BE77D7-1070-41CD-87B2-2D27AF8D81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5849413" y="4588098"/>
            <a:ext cx="331812" cy="30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7" name="Picture 2">
            <a:extLst>
              <a:ext uri="{FF2B5EF4-FFF2-40B4-BE49-F238E27FC236}">
                <a16:creationId xmlns:a16="http://schemas.microsoft.com/office/drawing/2014/main" id="{1E6F5150-1560-492B-A727-5FEB026F6B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6732240" y="5006864"/>
            <a:ext cx="331812" cy="30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" name="Picture 2">
            <a:extLst>
              <a:ext uri="{FF2B5EF4-FFF2-40B4-BE49-F238E27FC236}">
                <a16:creationId xmlns:a16="http://schemas.microsoft.com/office/drawing/2014/main" id="{A4A5CC1E-F693-4A76-928D-468E973A02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6485555" y="4849525"/>
            <a:ext cx="331812" cy="30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9" name="Conector recto 108">
            <a:extLst>
              <a:ext uri="{FF2B5EF4-FFF2-40B4-BE49-F238E27FC236}">
                <a16:creationId xmlns:a16="http://schemas.microsoft.com/office/drawing/2014/main" id="{10E2EAD3-5F06-42B9-AEAA-9591982C63D2}"/>
              </a:ext>
            </a:extLst>
          </p:cNvPr>
          <p:cNvCxnSpPr>
            <a:cxnSpLocks/>
          </p:cNvCxnSpPr>
          <p:nvPr/>
        </p:nvCxnSpPr>
        <p:spPr>
          <a:xfrm flipH="1" flipV="1">
            <a:off x="5238008" y="4588614"/>
            <a:ext cx="383433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D82282B1-F69C-40CB-A39D-218B53FF2679}"/>
              </a:ext>
            </a:extLst>
          </p:cNvPr>
          <p:cNvCxnSpPr>
            <a:cxnSpLocks/>
          </p:cNvCxnSpPr>
          <p:nvPr/>
        </p:nvCxnSpPr>
        <p:spPr>
          <a:xfrm flipH="1" flipV="1">
            <a:off x="5247984" y="4744409"/>
            <a:ext cx="6744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ector recto 110">
            <a:extLst>
              <a:ext uri="{FF2B5EF4-FFF2-40B4-BE49-F238E27FC236}">
                <a16:creationId xmlns:a16="http://schemas.microsoft.com/office/drawing/2014/main" id="{0E58DB4D-B261-4862-8A31-7C0F54550C01}"/>
              </a:ext>
            </a:extLst>
          </p:cNvPr>
          <p:cNvCxnSpPr>
            <a:cxnSpLocks/>
          </p:cNvCxnSpPr>
          <p:nvPr/>
        </p:nvCxnSpPr>
        <p:spPr>
          <a:xfrm flipH="1">
            <a:off x="5231848" y="4869813"/>
            <a:ext cx="9651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DE2416E4-9F8C-452E-82C9-F7AB136BE33D}"/>
              </a:ext>
            </a:extLst>
          </p:cNvPr>
          <p:cNvCxnSpPr>
            <a:cxnSpLocks/>
          </p:cNvCxnSpPr>
          <p:nvPr/>
        </p:nvCxnSpPr>
        <p:spPr>
          <a:xfrm flipH="1">
            <a:off x="5261769" y="5016201"/>
            <a:ext cx="128610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ector recto 112">
            <a:extLst>
              <a:ext uri="{FF2B5EF4-FFF2-40B4-BE49-F238E27FC236}">
                <a16:creationId xmlns:a16="http://schemas.microsoft.com/office/drawing/2014/main" id="{8DC8D452-E0AE-41C6-B9B1-F6A59C461806}"/>
              </a:ext>
            </a:extLst>
          </p:cNvPr>
          <p:cNvCxnSpPr>
            <a:cxnSpLocks/>
          </p:cNvCxnSpPr>
          <p:nvPr/>
        </p:nvCxnSpPr>
        <p:spPr>
          <a:xfrm flipH="1" flipV="1">
            <a:off x="5261770" y="5156326"/>
            <a:ext cx="15021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4" name="Picture 3">
            <a:extLst>
              <a:ext uri="{FF2B5EF4-FFF2-40B4-BE49-F238E27FC236}">
                <a16:creationId xmlns:a16="http://schemas.microsoft.com/office/drawing/2014/main" id="{6D9915EA-2CEE-40B2-B0C6-31EAFF9ED6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4742520" y="5818398"/>
            <a:ext cx="835433" cy="427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5" name="Arco 114">
            <a:extLst>
              <a:ext uri="{FF2B5EF4-FFF2-40B4-BE49-F238E27FC236}">
                <a16:creationId xmlns:a16="http://schemas.microsoft.com/office/drawing/2014/main" id="{02474A8B-B1DC-45FD-A640-DC6E8558A74C}"/>
              </a:ext>
            </a:extLst>
          </p:cNvPr>
          <p:cNvSpPr/>
          <p:nvPr/>
        </p:nvSpPr>
        <p:spPr>
          <a:xfrm rot="10800000" flipH="1" flipV="1">
            <a:off x="5220072" y="6372524"/>
            <a:ext cx="185524" cy="166587"/>
          </a:xfrm>
          <a:prstGeom prst="arc">
            <a:avLst>
              <a:gd name="adj1" fmla="val 16379804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Arco 115">
            <a:extLst>
              <a:ext uri="{FF2B5EF4-FFF2-40B4-BE49-F238E27FC236}">
                <a16:creationId xmlns:a16="http://schemas.microsoft.com/office/drawing/2014/main" id="{2C277022-566E-44DD-A966-28FA4BF808D3}"/>
              </a:ext>
            </a:extLst>
          </p:cNvPr>
          <p:cNvSpPr/>
          <p:nvPr/>
        </p:nvSpPr>
        <p:spPr>
          <a:xfrm rot="10800000" flipH="1">
            <a:off x="5219786" y="6363962"/>
            <a:ext cx="185524" cy="166587"/>
          </a:xfrm>
          <a:prstGeom prst="arc">
            <a:avLst>
              <a:gd name="adj1" fmla="val 16379804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7" name="Picture 2">
            <a:extLst>
              <a:ext uri="{FF2B5EF4-FFF2-40B4-BE49-F238E27FC236}">
                <a16:creationId xmlns:a16="http://schemas.microsoft.com/office/drawing/2014/main" id="{3B6E3BF8-B09D-4318-B31A-30869A7D6E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5585057" y="5571220"/>
            <a:ext cx="271700" cy="251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8" name="Picture 2">
            <a:extLst>
              <a:ext uri="{FF2B5EF4-FFF2-40B4-BE49-F238E27FC236}">
                <a16:creationId xmlns:a16="http://schemas.microsoft.com/office/drawing/2014/main" id="{EF9D2F76-042D-4AAC-B415-DB0F3A01B0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6181402" y="5783181"/>
            <a:ext cx="331812" cy="30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9" name="Picture 2">
            <a:extLst>
              <a:ext uri="{FF2B5EF4-FFF2-40B4-BE49-F238E27FC236}">
                <a16:creationId xmlns:a16="http://schemas.microsoft.com/office/drawing/2014/main" id="{CF6AC196-18DC-4D2F-95DB-0F13FADC1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5889763" y="5664083"/>
            <a:ext cx="331812" cy="30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0" name="Picture 2">
            <a:extLst>
              <a:ext uri="{FF2B5EF4-FFF2-40B4-BE49-F238E27FC236}">
                <a16:creationId xmlns:a16="http://schemas.microsoft.com/office/drawing/2014/main" id="{17CF930F-78D2-4A94-A45A-1C2576BB3E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6804248" y="6082849"/>
            <a:ext cx="331812" cy="30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1" name="Picture 2">
            <a:extLst>
              <a:ext uri="{FF2B5EF4-FFF2-40B4-BE49-F238E27FC236}">
                <a16:creationId xmlns:a16="http://schemas.microsoft.com/office/drawing/2014/main" id="{B52DB400-1CF4-416B-984A-8CF3DD6018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6525905" y="5925510"/>
            <a:ext cx="331812" cy="30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2" name="Conector recto 121">
            <a:extLst>
              <a:ext uri="{FF2B5EF4-FFF2-40B4-BE49-F238E27FC236}">
                <a16:creationId xmlns:a16="http://schemas.microsoft.com/office/drawing/2014/main" id="{940DEC80-0AAE-4834-A4E2-5C20F39FF011}"/>
              </a:ext>
            </a:extLst>
          </p:cNvPr>
          <p:cNvCxnSpPr>
            <a:cxnSpLocks/>
          </p:cNvCxnSpPr>
          <p:nvPr/>
        </p:nvCxnSpPr>
        <p:spPr>
          <a:xfrm flipH="1" flipV="1">
            <a:off x="5278358" y="5664599"/>
            <a:ext cx="383433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ector recto 122">
            <a:extLst>
              <a:ext uri="{FF2B5EF4-FFF2-40B4-BE49-F238E27FC236}">
                <a16:creationId xmlns:a16="http://schemas.microsoft.com/office/drawing/2014/main" id="{B1F6CE86-44E2-4F32-BB63-68A4799F6FD8}"/>
              </a:ext>
            </a:extLst>
          </p:cNvPr>
          <p:cNvCxnSpPr>
            <a:cxnSpLocks/>
          </p:cNvCxnSpPr>
          <p:nvPr/>
        </p:nvCxnSpPr>
        <p:spPr>
          <a:xfrm flipH="1" flipV="1">
            <a:off x="5288334" y="5820394"/>
            <a:ext cx="6744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ector recto 123">
            <a:extLst>
              <a:ext uri="{FF2B5EF4-FFF2-40B4-BE49-F238E27FC236}">
                <a16:creationId xmlns:a16="http://schemas.microsoft.com/office/drawing/2014/main" id="{F37E15B9-216D-4990-9FEB-D9652F260931}"/>
              </a:ext>
            </a:extLst>
          </p:cNvPr>
          <p:cNvCxnSpPr>
            <a:cxnSpLocks/>
          </p:cNvCxnSpPr>
          <p:nvPr/>
        </p:nvCxnSpPr>
        <p:spPr>
          <a:xfrm flipH="1">
            <a:off x="5272198" y="5945798"/>
            <a:ext cx="9651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ector recto 124">
            <a:extLst>
              <a:ext uri="{FF2B5EF4-FFF2-40B4-BE49-F238E27FC236}">
                <a16:creationId xmlns:a16="http://schemas.microsoft.com/office/drawing/2014/main" id="{C8E5CF06-D81A-4242-A7F6-8B93C7F36DE6}"/>
              </a:ext>
            </a:extLst>
          </p:cNvPr>
          <p:cNvCxnSpPr>
            <a:cxnSpLocks/>
          </p:cNvCxnSpPr>
          <p:nvPr/>
        </p:nvCxnSpPr>
        <p:spPr>
          <a:xfrm flipH="1">
            <a:off x="5302119" y="6092186"/>
            <a:ext cx="128610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ector recto 125">
            <a:extLst>
              <a:ext uri="{FF2B5EF4-FFF2-40B4-BE49-F238E27FC236}">
                <a16:creationId xmlns:a16="http://schemas.microsoft.com/office/drawing/2014/main" id="{10B4BAF6-7252-4A51-BAED-E98DADCBFC9E}"/>
              </a:ext>
            </a:extLst>
          </p:cNvPr>
          <p:cNvCxnSpPr>
            <a:cxnSpLocks/>
          </p:cNvCxnSpPr>
          <p:nvPr/>
        </p:nvCxnSpPr>
        <p:spPr>
          <a:xfrm flipH="1" flipV="1">
            <a:off x="5302120" y="6232311"/>
            <a:ext cx="15021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Arco 126">
            <a:extLst>
              <a:ext uri="{FF2B5EF4-FFF2-40B4-BE49-F238E27FC236}">
                <a16:creationId xmlns:a16="http://schemas.microsoft.com/office/drawing/2014/main" id="{0D561FA3-13B0-4524-AA01-ED101C00ACFE}"/>
              </a:ext>
            </a:extLst>
          </p:cNvPr>
          <p:cNvSpPr/>
          <p:nvPr/>
        </p:nvSpPr>
        <p:spPr>
          <a:xfrm flipH="1" flipV="1">
            <a:off x="4154041" y="3695097"/>
            <a:ext cx="427044" cy="525217"/>
          </a:xfrm>
          <a:prstGeom prst="arc">
            <a:avLst>
              <a:gd name="adj1" fmla="val 16379804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8" name="Conector recto 127">
            <a:extLst>
              <a:ext uri="{FF2B5EF4-FFF2-40B4-BE49-F238E27FC236}">
                <a16:creationId xmlns:a16="http://schemas.microsoft.com/office/drawing/2014/main" id="{C2B80029-2F96-46AA-889E-414A8ED45981}"/>
              </a:ext>
            </a:extLst>
          </p:cNvPr>
          <p:cNvCxnSpPr>
            <a:cxnSpLocks/>
          </p:cNvCxnSpPr>
          <p:nvPr/>
        </p:nvCxnSpPr>
        <p:spPr>
          <a:xfrm flipH="1">
            <a:off x="4347379" y="4215457"/>
            <a:ext cx="926528" cy="48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Arco 128">
            <a:extLst>
              <a:ext uri="{FF2B5EF4-FFF2-40B4-BE49-F238E27FC236}">
                <a16:creationId xmlns:a16="http://schemas.microsoft.com/office/drawing/2014/main" id="{4361C0EF-9A71-4426-982E-87FAD7B73432}"/>
              </a:ext>
            </a:extLst>
          </p:cNvPr>
          <p:cNvSpPr/>
          <p:nvPr/>
        </p:nvSpPr>
        <p:spPr>
          <a:xfrm flipH="1" flipV="1">
            <a:off x="4135868" y="4934184"/>
            <a:ext cx="427044" cy="525217"/>
          </a:xfrm>
          <a:prstGeom prst="arc">
            <a:avLst>
              <a:gd name="adj1" fmla="val 16379804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0" name="Conector recto 129">
            <a:extLst>
              <a:ext uri="{FF2B5EF4-FFF2-40B4-BE49-F238E27FC236}">
                <a16:creationId xmlns:a16="http://schemas.microsoft.com/office/drawing/2014/main" id="{CF1713D8-7871-4ECA-8C33-9200A4D3D286}"/>
              </a:ext>
            </a:extLst>
          </p:cNvPr>
          <p:cNvCxnSpPr>
            <a:cxnSpLocks/>
            <a:stCxn id="103" idx="0"/>
          </p:cNvCxnSpPr>
          <p:nvPr/>
        </p:nvCxnSpPr>
        <p:spPr>
          <a:xfrm flipH="1">
            <a:off x="4329206" y="5454472"/>
            <a:ext cx="947348" cy="49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Arco 130">
            <a:extLst>
              <a:ext uri="{FF2B5EF4-FFF2-40B4-BE49-F238E27FC236}">
                <a16:creationId xmlns:a16="http://schemas.microsoft.com/office/drawing/2014/main" id="{9737ABE8-12BC-4938-A16E-2982BD2CCA75}"/>
              </a:ext>
            </a:extLst>
          </p:cNvPr>
          <p:cNvSpPr/>
          <p:nvPr/>
        </p:nvSpPr>
        <p:spPr>
          <a:xfrm flipH="1" flipV="1">
            <a:off x="4067944" y="6007036"/>
            <a:ext cx="427044" cy="525217"/>
          </a:xfrm>
          <a:prstGeom prst="arc">
            <a:avLst>
              <a:gd name="adj1" fmla="val 16379804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2" name="Conector recto 131">
            <a:extLst>
              <a:ext uri="{FF2B5EF4-FFF2-40B4-BE49-F238E27FC236}">
                <a16:creationId xmlns:a16="http://schemas.microsoft.com/office/drawing/2014/main" id="{D18237F9-53C7-40B3-87BE-F350C81FAE41}"/>
              </a:ext>
            </a:extLst>
          </p:cNvPr>
          <p:cNvCxnSpPr>
            <a:cxnSpLocks/>
          </p:cNvCxnSpPr>
          <p:nvPr/>
        </p:nvCxnSpPr>
        <p:spPr>
          <a:xfrm flipH="1" flipV="1">
            <a:off x="4261282" y="6532253"/>
            <a:ext cx="1051266" cy="68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ector recto 136">
            <a:extLst>
              <a:ext uri="{FF2B5EF4-FFF2-40B4-BE49-F238E27FC236}">
                <a16:creationId xmlns:a16="http://schemas.microsoft.com/office/drawing/2014/main" id="{B5915ADC-EDFD-4336-9BF8-ECBEF0B721EA}"/>
              </a:ext>
            </a:extLst>
          </p:cNvPr>
          <p:cNvCxnSpPr>
            <a:cxnSpLocks/>
          </p:cNvCxnSpPr>
          <p:nvPr/>
        </p:nvCxnSpPr>
        <p:spPr>
          <a:xfrm flipV="1">
            <a:off x="4135868" y="5013997"/>
            <a:ext cx="0" cy="1999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ector recto 139">
            <a:extLst>
              <a:ext uri="{FF2B5EF4-FFF2-40B4-BE49-F238E27FC236}">
                <a16:creationId xmlns:a16="http://schemas.microsoft.com/office/drawing/2014/main" id="{6FE285BC-0D69-4C6F-9D79-FFFD85D1806E}"/>
              </a:ext>
            </a:extLst>
          </p:cNvPr>
          <p:cNvCxnSpPr>
            <a:cxnSpLocks/>
          </p:cNvCxnSpPr>
          <p:nvPr/>
        </p:nvCxnSpPr>
        <p:spPr>
          <a:xfrm flipH="1" flipV="1">
            <a:off x="4054697" y="6176804"/>
            <a:ext cx="13247" cy="1060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2" name="Picture 2">
            <a:extLst>
              <a:ext uri="{FF2B5EF4-FFF2-40B4-BE49-F238E27FC236}">
                <a16:creationId xmlns:a16="http://schemas.microsoft.com/office/drawing/2014/main" id="{7714DAFC-F294-4EA3-8D44-69DE940BCC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2215746" y="2138726"/>
            <a:ext cx="271700" cy="251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" name="Picture 2">
            <a:extLst>
              <a:ext uri="{FF2B5EF4-FFF2-40B4-BE49-F238E27FC236}">
                <a16:creationId xmlns:a16="http://schemas.microsoft.com/office/drawing/2014/main" id="{F543F012-767A-44E6-9B25-5AF98A4E06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559289" y="2350687"/>
            <a:ext cx="331812" cy="30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4" name="Picture 2">
            <a:extLst>
              <a:ext uri="{FF2B5EF4-FFF2-40B4-BE49-F238E27FC236}">
                <a16:creationId xmlns:a16="http://schemas.microsoft.com/office/drawing/2014/main" id="{7D8034C8-4AF6-46B4-813C-732FFCADED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850928" y="2231589"/>
            <a:ext cx="331812" cy="30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5" name="Picture 2">
            <a:extLst>
              <a:ext uri="{FF2B5EF4-FFF2-40B4-BE49-F238E27FC236}">
                <a16:creationId xmlns:a16="http://schemas.microsoft.com/office/drawing/2014/main" id="{1319D207-2E80-4C9A-843E-C45C3ADD73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936443" y="2650355"/>
            <a:ext cx="331812" cy="30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6" name="Picture 2">
            <a:extLst>
              <a:ext uri="{FF2B5EF4-FFF2-40B4-BE49-F238E27FC236}">
                <a16:creationId xmlns:a16="http://schemas.microsoft.com/office/drawing/2014/main" id="{B34DCA53-EBBA-4FAD-BC77-33C49590C6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214786" y="2493016"/>
            <a:ext cx="331812" cy="30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7" name="Conector recto 146">
            <a:extLst>
              <a:ext uri="{FF2B5EF4-FFF2-40B4-BE49-F238E27FC236}">
                <a16:creationId xmlns:a16="http://schemas.microsoft.com/office/drawing/2014/main" id="{6B2ED2DD-CEA4-46CD-9DEA-1663740B7910}"/>
              </a:ext>
            </a:extLst>
          </p:cNvPr>
          <p:cNvCxnSpPr>
            <a:cxnSpLocks/>
          </p:cNvCxnSpPr>
          <p:nvPr/>
        </p:nvCxnSpPr>
        <p:spPr>
          <a:xfrm flipV="1">
            <a:off x="2336281" y="2258896"/>
            <a:ext cx="9271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Conector recto 147">
            <a:extLst>
              <a:ext uri="{FF2B5EF4-FFF2-40B4-BE49-F238E27FC236}">
                <a16:creationId xmlns:a16="http://schemas.microsoft.com/office/drawing/2014/main" id="{84C76C95-E84F-46C0-87BB-8FBF11A1CC20}"/>
              </a:ext>
            </a:extLst>
          </p:cNvPr>
          <p:cNvCxnSpPr>
            <a:cxnSpLocks/>
          </p:cNvCxnSpPr>
          <p:nvPr/>
        </p:nvCxnSpPr>
        <p:spPr>
          <a:xfrm flipV="1">
            <a:off x="2109733" y="2350687"/>
            <a:ext cx="12281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ector recto 148">
            <a:extLst>
              <a:ext uri="{FF2B5EF4-FFF2-40B4-BE49-F238E27FC236}">
                <a16:creationId xmlns:a16="http://schemas.microsoft.com/office/drawing/2014/main" id="{49AAD6EA-7A77-41F0-839D-B39E17F34458}"/>
              </a:ext>
            </a:extLst>
          </p:cNvPr>
          <p:cNvCxnSpPr>
            <a:cxnSpLocks/>
          </p:cNvCxnSpPr>
          <p:nvPr/>
        </p:nvCxnSpPr>
        <p:spPr>
          <a:xfrm flipV="1">
            <a:off x="1835129" y="2501271"/>
            <a:ext cx="14508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ector recto 149">
            <a:extLst>
              <a:ext uri="{FF2B5EF4-FFF2-40B4-BE49-F238E27FC236}">
                <a16:creationId xmlns:a16="http://schemas.microsoft.com/office/drawing/2014/main" id="{A241FF75-7F1A-40B9-91C9-017F1A5E5D0C}"/>
              </a:ext>
            </a:extLst>
          </p:cNvPr>
          <p:cNvCxnSpPr>
            <a:cxnSpLocks/>
          </p:cNvCxnSpPr>
          <p:nvPr/>
        </p:nvCxnSpPr>
        <p:spPr>
          <a:xfrm flipV="1">
            <a:off x="1484279" y="2646416"/>
            <a:ext cx="18017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ector recto 150">
            <a:extLst>
              <a:ext uri="{FF2B5EF4-FFF2-40B4-BE49-F238E27FC236}">
                <a16:creationId xmlns:a16="http://schemas.microsoft.com/office/drawing/2014/main" id="{73597056-0FA3-4DE0-803E-AA25F278A63B}"/>
              </a:ext>
            </a:extLst>
          </p:cNvPr>
          <p:cNvCxnSpPr>
            <a:cxnSpLocks/>
          </p:cNvCxnSpPr>
          <p:nvPr/>
        </p:nvCxnSpPr>
        <p:spPr>
          <a:xfrm>
            <a:off x="1268255" y="2799817"/>
            <a:ext cx="20177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0" name="Picture 3">
            <a:extLst>
              <a:ext uri="{FF2B5EF4-FFF2-40B4-BE49-F238E27FC236}">
                <a16:creationId xmlns:a16="http://schemas.microsoft.com/office/drawing/2014/main" id="{7B446E68-38E3-4058-BB9D-60C33FB89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 flipH="1">
            <a:off x="2922212" y="3516870"/>
            <a:ext cx="835433" cy="427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1" name="Arco 160">
            <a:extLst>
              <a:ext uri="{FF2B5EF4-FFF2-40B4-BE49-F238E27FC236}">
                <a16:creationId xmlns:a16="http://schemas.microsoft.com/office/drawing/2014/main" id="{6E2B9C0B-F522-4DC6-9C2E-6389057BA295}"/>
              </a:ext>
            </a:extLst>
          </p:cNvPr>
          <p:cNvSpPr/>
          <p:nvPr/>
        </p:nvSpPr>
        <p:spPr>
          <a:xfrm rot="10800000" flipV="1">
            <a:off x="3102536" y="4057028"/>
            <a:ext cx="185524" cy="166587"/>
          </a:xfrm>
          <a:prstGeom prst="arc">
            <a:avLst>
              <a:gd name="adj1" fmla="val 16379804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Arco 161">
            <a:extLst>
              <a:ext uri="{FF2B5EF4-FFF2-40B4-BE49-F238E27FC236}">
                <a16:creationId xmlns:a16="http://schemas.microsoft.com/office/drawing/2014/main" id="{620B30B6-15E7-42E4-800A-5F2ECA797A77}"/>
              </a:ext>
            </a:extLst>
          </p:cNvPr>
          <p:cNvSpPr/>
          <p:nvPr/>
        </p:nvSpPr>
        <p:spPr>
          <a:xfrm rot="10800000">
            <a:off x="3104394" y="4049185"/>
            <a:ext cx="185524" cy="166587"/>
          </a:xfrm>
          <a:prstGeom prst="arc">
            <a:avLst>
              <a:gd name="adj1" fmla="val 16379804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3" name="Picture 2">
            <a:extLst>
              <a:ext uri="{FF2B5EF4-FFF2-40B4-BE49-F238E27FC236}">
                <a16:creationId xmlns:a16="http://schemas.microsoft.com/office/drawing/2014/main" id="{267C27E4-7241-4856-93CB-23C145CDA5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2217803" y="3279929"/>
            <a:ext cx="271700" cy="251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" name="Picture 2">
            <a:extLst>
              <a:ext uri="{FF2B5EF4-FFF2-40B4-BE49-F238E27FC236}">
                <a16:creationId xmlns:a16="http://schemas.microsoft.com/office/drawing/2014/main" id="{2F744175-8B0A-4645-BEA5-B2E73DAF5D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561346" y="3491890"/>
            <a:ext cx="331812" cy="30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5" name="Picture 2">
            <a:extLst>
              <a:ext uri="{FF2B5EF4-FFF2-40B4-BE49-F238E27FC236}">
                <a16:creationId xmlns:a16="http://schemas.microsoft.com/office/drawing/2014/main" id="{E82D51D5-AC8B-41B2-9699-2F8F40277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852985" y="3372792"/>
            <a:ext cx="331812" cy="30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6" name="Picture 2">
            <a:extLst>
              <a:ext uri="{FF2B5EF4-FFF2-40B4-BE49-F238E27FC236}">
                <a16:creationId xmlns:a16="http://schemas.microsoft.com/office/drawing/2014/main" id="{21FC8FD5-1639-48BD-9DE8-7679AFEF5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938500" y="3791558"/>
            <a:ext cx="331812" cy="30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7" name="Picture 2">
            <a:extLst>
              <a:ext uri="{FF2B5EF4-FFF2-40B4-BE49-F238E27FC236}">
                <a16:creationId xmlns:a16="http://schemas.microsoft.com/office/drawing/2014/main" id="{5AB91164-313C-473B-A7DF-0F4E69FEFC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216843" y="3634219"/>
            <a:ext cx="331812" cy="30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68" name="Conector recto 167">
            <a:extLst>
              <a:ext uri="{FF2B5EF4-FFF2-40B4-BE49-F238E27FC236}">
                <a16:creationId xmlns:a16="http://schemas.microsoft.com/office/drawing/2014/main" id="{A38568D1-0D9D-4DBB-B7F9-17EA531749A4}"/>
              </a:ext>
            </a:extLst>
          </p:cNvPr>
          <p:cNvCxnSpPr>
            <a:cxnSpLocks/>
          </p:cNvCxnSpPr>
          <p:nvPr/>
        </p:nvCxnSpPr>
        <p:spPr>
          <a:xfrm flipV="1">
            <a:off x="2338338" y="3400099"/>
            <a:ext cx="9271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Conector recto 168">
            <a:extLst>
              <a:ext uri="{FF2B5EF4-FFF2-40B4-BE49-F238E27FC236}">
                <a16:creationId xmlns:a16="http://schemas.microsoft.com/office/drawing/2014/main" id="{92CF5BF6-6CD0-4851-A093-F957D0D6608C}"/>
              </a:ext>
            </a:extLst>
          </p:cNvPr>
          <p:cNvCxnSpPr>
            <a:cxnSpLocks/>
          </p:cNvCxnSpPr>
          <p:nvPr/>
        </p:nvCxnSpPr>
        <p:spPr>
          <a:xfrm flipV="1">
            <a:off x="2111790" y="3491890"/>
            <a:ext cx="12281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Conector recto 169">
            <a:extLst>
              <a:ext uri="{FF2B5EF4-FFF2-40B4-BE49-F238E27FC236}">
                <a16:creationId xmlns:a16="http://schemas.microsoft.com/office/drawing/2014/main" id="{2C704D61-2181-4E2F-9B2A-ABA7005CF77A}"/>
              </a:ext>
            </a:extLst>
          </p:cNvPr>
          <p:cNvCxnSpPr>
            <a:cxnSpLocks/>
          </p:cNvCxnSpPr>
          <p:nvPr/>
        </p:nvCxnSpPr>
        <p:spPr>
          <a:xfrm flipV="1">
            <a:off x="1837186" y="3642474"/>
            <a:ext cx="14508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Conector recto 170">
            <a:extLst>
              <a:ext uri="{FF2B5EF4-FFF2-40B4-BE49-F238E27FC236}">
                <a16:creationId xmlns:a16="http://schemas.microsoft.com/office/drawing/2014/main" id="{94A28BA8-302C-4120-8501-80145875BF73}"/>
              </a:ext>
            </a:extLst>
          </p:cNvPr>
          <p:cNvCxnSpPr>
            <a:cxnSpLocks/>
          </p:cNvCxnSpPr>
          <p:nvPr/>
        </p:nvCxnSpPr>
        <p:spPr>
          <a:xfrm flipV="1">
            <a:off x="1486336" y="3787619"/>
            <a:ext cx="18017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Conector recto 171">
            <a:extLst>
              <a:ext uri="{FF2B5EF4-FFF2-40B4-BE49-F238E27FC236}">
                <a16:creationId xmlns:a16="http://schemas.microsoft.com/office/drawing/2014/main" id="{E79EAF0D-55F0-4E40-A815-7974598DA78C}"/>
              </a:ext>
            </a:extLst>
          </p:cNvPr>
          <p:cNvCxnSpPr>
            <a:cxnSpLocks/>
          </p:cNvCxnSpPr>
          <p:nvPr/>
        </p:nvCxnSpPr>
        <p:spPr>
          <a:xfrm>
            <a:off x="1270312" y="3941020"/>
            <a:ext cx="20177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3" name="Picture 3">
            <a:extLst>
              <a:ext uri="{FF2B5EF4-FFF2-40B4-BE49-F238E27FC236}">
                <a16:creationId xmlns:a16="http://schemas.microsoft.com/office/drawing/2014/main" id="{F02002CF-05F1-4E44-ADD4-5BF36D28C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 flipH="1">
            <a:off x="2893242" y="4699429"/>
            <a:ext cx="835433" cy="427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" name="Arco 173">
            <a:extLst>
              <a:ext uri="{FF2B5EF4-FFF2-40B4-BE49-F238E27FC236}">
                <a16:creationId xmlns:a16="http://schemas.microsoft.com/office/drawing/2014/main" id="{E4F1D48B-E5F5-4254-8CA1-4203E9C5D742}"/>
              </a:ext>
            </a:extLst>
          </p:cNvPr>
          <p:cNvSpPr/>
          <p:nvPr/>
        </p:nvSpPr>
        <p:spPr>
          <a:xfrm rot="10800000" flipV="1">
            <a:off x="3073566" y="5239587"/>
            <a:ext cx="185524" cy="166587"/>
          </a:xfrm>
          <a:prstGeom prst="arc">
            <a:avLst>
              <a:gd name="adj1" fmla="val 16379804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Arco 174">
            <a:extLst>
              <a:ext uri="{FF2B5EF4-FFF2-40B4-BE49-F238E27FC236}">
                <a16:creationId xmlns:a16="http://schemas.microsoft.com/office/drawing/2014/main" id="{D875B9F9-A154-4A4D-B3B6-8760EA657956}"/>
              </a:ext>
            </a:extLst>
          </p:cNvPr>
          <p:cNvSpPr/>
          <p:nvPr/>
        </p:nvSpPr>
        <p:spPr>
          <a:xfrm rot="10800000">
            <a:off x="3075424" y="5231744"/>
            <a:ext cx="185524" cy="166587"/>
          </a:xfrm>
          <a:prstGeom prst="arc">
            <a:avLst>
              <a:gd name="adj1" fmla="val 16379804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6" name="Picture 2">
            <a:extLst>
              <a:ext uri="{FF2B5EF4-FFF2-40B4-BE49-F238E27FC236}">
                <a16:creationId xmlns:a16="http://schemas.microsoft.com/office/drawing/2014/main" id="{21C3CAB1-4E1A-4BF3-9A33-F17EABBA08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2188833" y="4462488"/>
            <a:ext cx="271700" cy="251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7" name="Picture 2">
            <a:extLst>
              <a:ext uri="{FF2B5EF4-FFF2-40B4-BE49-F238E27FC236}">
                <a16:creationId xmlns:a16="http://schemas.microsoft.com/office/drawing/2014/main" id="{7080A9B4-89D5-4A87-A431-09271014D3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532376" y="4674449"/>
            <a:ext cx="331812" cy="30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8" name="Picture 2">
            <a:extLst>
              <a:ext uri="{FF2B5EF4-FFF2-40B4-BE49-F238E27FC236}">
                <a16:creationId xmlns:a16="http://schemas.microsoft.com/office/drawing/2014/main" id="{52A2540C-7E25-4A8F-914B-19B8106BD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824015" y="4555351"/>
            <a:ext cx="331812" cy="30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9" name="Picture 2">
            <a:extLst>
              <a:ext uri="{FF2B5EF4-FFF2-40B4-BE49-F238E27FC236}">
                <a16:creationId xmlns:a16="http://schemas.microsoft.com/office/drawing/2014/main" id="{58841039-A4F8-4E40-B1C0-DA8D25CFFD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909530" y="4974117"/>
            <a:ext cx="331812" cy="30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0" name="Picture 2">
            <a:extLst>
              <a:ext uri="{FF2B5EF4-FFF2-40B4-BE49-F238E27FC236}">
                <a16:creationId xmlns:a16="http://schemas.microsoft.com/office/drawing/2014/main" id="{B228E0B7-D943-4507-B44E-F27DD48676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187873" y="4816778"/>
            <a:ext cx="331812" cy="30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81" name="Conector recto 180">
            <a:extLst>
              <a:ext uri="{FF2B5EF4-FFF2-40B4-BE49-F238E27FC236}">
                <a16:creationId xmlns:a16="http://schemas.microsoft.com/office/drawing/2014/main" id="{07A5E071-1102-41D0-AA63-4996C6D795C4}"/>
              </a:ext>
            </a:extLst>
          </p:cNvPr>
          <p:cNvCxnSpPr>
            <a:cxnSpLocks/>
          </p:cNvCxnSpPr>
          <p:nvPr/>
        </p:nvCxnSpPr>
        <p:spPr>
          <a:xfrm flipV="1">
            <a:off x="2309368" y="4582658"/>
            <a:ext cx="9271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Conector recto 181">
            <a:extLst>
              <a:ext uri="{FF2B5EF4-FFF2-40B4-BE49-F238E27FC236}">
                <a16:creationId xmlns:a16="http://schemas.microsoft.com/office/drawing/2014/main" id="{90C9FCDE-18EB-4B02-ADA2-0E207D55E9FC}"/>
              </a:ext>
            </a:extLst>
          </p:cNvPr>
          <p:cNvCxnSpPr>
            <a:cxnSpLocks/>
          </p:cNvCxnSpPr>
          <p:nvPr/>
        </p:nvCxnSpPr>
        <p:spPr>
          <a:xfrm flipV="1">
            <a:off x="2082820" y="4674449"/>
            <a:ext cx="12281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Conector recto 182">
            <a:extLst>
              <a:ext uri="{FF2B5EF4-FFF2-40B4-BE49-F238E27FC236}">
                <a16:creationId xmlns:a16="http://schemas.microsoft.com/office/drawing/2014/main" id="{E626C60C-9189-4028-8BC7-A3C820E1EE07}"/>
              </a:ext>
            </a:extLst>
          </p:cNvPr>
          <p:cNvCxnSpPr>
            <a:cxnSpLocks/>
          </p:cNvCxnSpPr>
          <p:nvPr/>
        </p:nvCxnSpPr>
        <p:spPr>
          <a:xfrm flipV="1">
            <a:off x="1808216" y="4825033"/>
            <a:ext cx="14508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Conector recto 183">
            <a:extLst>
              <a:ext uri="{FF2B5EF4-FFF2-40B4-BE49-F238E27FC236}">
                <a16:creationId xmlns:a16="http://schemas.microsoft.com/office/drawing/2014/main" id="{5A225088-9B12-428E-B8CC-F0B9C8A6C099}"/>
              </a:ext>
            </a:extLst>
          </p:cNvPr>
          <p:cNvCxnSpPr>
            <a:cxnSpLocks/>
          </p:cNvCxnSpPr>
          <p:nvPr/>
        </p:nvCxnSpPr>
        <p:spPr>
          <a:xfrm flipV="1">
            <a:off x="1457366" y="4970178"/>
            <a:ext cx="18017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Conector recto 184">
            <a:extLst>
              <a:ext uri="{FF2B5EF4-FFF2-40B4-BE49-F238E27FC236}">
                <a16:creationId xmlns:a16="http://schemas.microsoft.com/office/drawing/2014/main" id="{B18775CE-6794-49E5-BFF1-4AD2C4D226F8}"/>
              </a:ext>
            </a:extLst>
          </p:cNvPr>
          <p:cNvCxnSpPr>
            <a:cxnSpLocks/>
          </p:cNvCxnSpPr>
          <p:nvPr/>
        </p:nvCxnSpPr>
        <p:spPr>
          <a:xfrm>
            <a:off x="1241342" y="5123579"/>
            <a:ext cx="20177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6" name="Picture 3">
            <a:extLst>
              <a:ext uri="{FF2B5EF4-FFF2-40B4-BE49-F238E27FC236}">
                <a16:creationId xmlns:a16="http://schemas.microsoft.com/office/drawing/2014/main" id="{1794E151-BE9B-4D8B-8875-5C59D85052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 flipH="1">
            <a:off x="2918501" y="5860559"/>
            <a:ext cx="835433" cy="427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7" name="Arco 186">
            <a:extLst>
              <a:ext uri="{FF2B5EF4-FFF2-40B4-BE49-F238E27FC236}">
                <a16:creationId xmlns:a16="http://schemas.microsoft.com/office/drawing/2014/main" id="{2BCC19D8-07E3-4AAC-A255-DB5FC41D5BF2}"/>
              </a:ext>
            </a:extLst>
          </p:cNvPr>
          <p:cNvSpPr/>
          <p:nvPr/>
        </p:nvSpPr>
        <p:spPr>
          <a:xfrm rot="10800000" flipV="1">
            <a:off x="3098825" y="6400717"/>
            <a:ext cx="185524" cy="166587"/>
          </a:xfrm>
          <a:prstGeom prst="arc">
            <a:avLst>
              <a:gd name="adj1" fmla="val 16379804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Arco 187">
            <a:extLst>
              <a:ext uri="{FF2B5EF4-FFF2-40B4-BE49-F238E27FC236}">
                <a16:creationId xmlns:a16="http://schemas.microsoft.com/office/drawing/2014/main" id="{3B4ACE36-3C31-4FD1-A047-C2DF1A0C38D9}"/>
              </a:ext>
            </a:extLst>
          </p:cNvPr>
          <p:cNvSpPr/>
          <p:nvPr/>
        </p:nvSpPr>
        <p:spPr>
          <a:xfrm rot="10800000">
            <a:off x="3100683" y="6392874"/>
            <a:ext cx="185524" cy="166587"/>
          </a:xfrm>
          <a:prstGeom prst="arc">
            <a:avLst>
              <a:gd name="adj1" fmla="val 16379804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9" name="Picture 2">
            <a:extLst>
              <a:ext uri="{FF2B5EF4-FFF2-40B4-BE49-F238E27FC236}">
                <a16:creationId xmlns:a16="http://schemas.microsoft.com/office/drawing/2014/main" id="{AE363839-CB21-473A-836E-20ACD4173D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2214092" y="5623618"/>
            <a:ext cx="271700" cy="251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0" name="Picture 2">
            <a:extLst>
              <a:ext uri="{FF2B5EF4-FFF2-40B4-BE49-F238E27FC236}">
                <a16:creationId xmlns:a16="http://schemas.microsoft.com/office/drawing/2014/main" id="{C6BC26F1-8856-404D-A73B-BBB68FDED8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557635" y="5835579"/>
            <a:ext cx="331812" cy="30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1" name="Picture 2">
            <a:extLst>
              <a:ext uri="{FF2B5EF4-FFF2-40B4-BE49-F238E27FC236}">
                <a16:creationId xmlns:a16="http://schemas.microsoft.com/office/drawing/2014/main" id="{44E41970-E3C0-4449-9FA2-B6D9359F16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849274" y="5716481"/>
            <a:ext cx="331812" cy="30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2" name="Picture 2">
            <a:extLst>
              <a:ext uri="{FF2B5EF4-FFF2-40B4-BE49-F238E27FC236}">
                <a16:creationId xmlns:a16="http://schemas.microsoft.com/office/drawing/2014/main" id="{646E9488-DEE1-4DCD-A583-0250C65D0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934789" y="6135247"/>
            <a:ext cx="331812" cy="30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3" name="Picture 2">
            <a:extLst>
              <a:ext uri="{FF2B5EF4-FFF2-40B4-BE49-F238E27FC236}">
                <a16:creationId xmlns:a16="http://schemas.microsoft.com/office/drawing/2014/main" id="{64CEB872-2199-4BEC-AFE1-F4BDF13ECB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213132" y="5977908"/>
            <a:ext cx="331812" cy="30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94" name="Conector recto 193">
            <a:extLst>
              <a:ext uri="{FF2B5EF4-FFF2-40B4-BE49-F238E27FC236}">
                <a16:creationId xmlns:a16="http://schemas.microsoft.com/office/drawing/2014/main" id="{373B4F24-3CAF-4E6B-8EA4-6AD9C8223319}"/>
              </a:ext>
            </a:extLst>
          </p:cNvPr>
          <p:cNvCxnSpPr>
            <a:cxnSpLocks/>
          </p:cNvCxnSpPr>
          <p:nvPr/>
        </p:nvCxnSpPr>
        <p:spPr>
          <a:xfrm flipV="1">
            <a:off x="2334627" y="5743788"/>
            <a:ext cx="9271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Conector recto 194">
            <a:extLst>
              <a:ext uri="{FF2B5EF4-FFF2-40B4-BE49-F238E27FC236}">
                <a16:creationId xmlns:a16="http://schemas.microsoft.com/office/drawing/2014/main" id="{CE8C1DCE-F460-43EF-B997-82E233FD6A5A}"/>
              </a:ext>
            </a:extLst>
          </p:cNvPr>
          <p:cNvCxnSpPr>
            <a:cxnSpLocks/>
          </p:cNvCxnSpPr>
          <p:nvPr/>
        </p:nvCxnSpPr>
        <p:spPr>
          <a:xfrm flipV="1">
            <a:off x="2108079" y="5835579"/>
            <a:ext cx="12281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Conector recto 195">
            <a:extLst>
              <a:ext uri="{FF2B5EF4-FFF2-40B4-BE49-F238E27FC236}">
                <a16:creationId xmlns:a16="http://schemas.microsoft.com/office/drawing/2014/main" id="{C5BEB92D-F5E0-4A84-8941-52D5BA89D12F}"/>
              </a:ext>
            </a:extLst>
          </p:cNvPr>
          <p:cNvCxnSpPr>
            <a:cxnSpLocks/>
          </p:cNvCxnSpPr>
          <p:nvPr/>
        </p:nvCxnSpPr>
        <p:spPr>
          <a:xfrm flipV="1">
            <a:off x="1833475" y="5986163"/>
            <a:ext cx="14508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Conector recto 196">
            <a:extLst>
              <a:ext uri="{FF2B5EF4-FFF2-40B4-BE49-F238E27FC236}">
                <a16:creationId xmlns:a16="http://schemas.microsoft.com/office/drawing/2014/main" id="{27958DA3-99B8-4898-8186-5F1DA5D09B8D}"/>
              </a:ext>
            </a:extLst>
          </p:cNvPr>
          <p:cNvCxnSpPr>
            <a:cxnSpLocks/>
          </p:cNvCxnSpPr>
          <p:nvPr/>
        </p:nvCxnSpPr>
        <p:spPr>
          <a:xfrm flipV="1">
            <a:off x="1482625" y="6131308"/>
            <a:ext cx="18017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onector recto 197">
            <a:extLst>
              <a:ext uri="{FF2B5EF4-FFF2-40B4-BE49-F238E27FC236}">
                <a16:creationId xmlns:a16="http://schemas.microsoft.com/office/drawing/2014/main" id="{C691D13F-8367-4D93-B05C-17FC3F5D5F35}"/>
              </a:ext>
            </a:extLst>
          </p:cNvPr>
          <p:cNvCxnSpPr>
            <a:cxnSpLocks/>
          </p:cNvCxnSpPr>
          <p:nvPr/>
        </p:nvCxnSpPr>
        <p:spPr>
          <a:xfrm>
            <a:off x="1266601" y="6284709"/>
            <a:ext cx="20177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Arco 198">
            <a:extLst>
              <a:ext uri="{FF2B5EF4-FFF2-40B4-BE49-F238E27FC236}">
                <a16:creationId xmlns:a16="http://schemas.microsoft.com/office/drawing/2014/main" id="{E7978592-B428-4574-B7FF-3395A38E7B11}"/>
              </a:ext>
            </a:extLst>
          </p:cNvPr>
          <p:cNvSpPr/>
          <p:nvPr/>
        </p:nvSpPr>
        <p:spPr>
          <a:xfrm flipV="1">
            <a:off x="3468179" y="3595055"/>
            <a:ext cx="427044" cy="608193"/>
          </a:xfrm>
          <a:prstGeom prst="arc">
            <a:avLst>
              <a:gd name="adj1" fmla="val 16018282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Arco 199">
            <a:extLst>
              <a:ext uri="{FF2B5EF4-FFF2-40B4-BE49-F238E27FC236}">
                <a16:creationId xmlns:a16="http://schemas.microsoft.com/office/drawing/2014/main" id="{A403200A-05E2-47F4-9EB0-8D7996A82C32}"/>
              </a:ext>
            </a:extLst>
          </p:cNvPr>
          <p:cNvSpPr/>
          <p:nvPr/>
        </p:nvSpPr>
        <p:spPr>
          <a:xfrm flipV="1">
            <a:off x="3452408" y="4723979"/>
            <a:ext cx="427044" cy="669549"/>
          </a:xfrm>
          <a:prstGeom prst="arc">
            <a:avLst>
              <a:gd name="adj1" fmla="val 16018282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Arco 200">
            <a:extLst>
              <a:ext uri="{FF2B5EF4-FFF2-40B4-BE49-F238E27FC236}">
                <a16:creationId xmlns:a16="http://schemas.microsoft.com/office/drawing/2014/main" id="{86787B00-C142-4FAB-A5A3-4EDDD8C275BC}"/>
              </a:ext>
            </a:extLst>
          </p:cNvPr>
          <p:cNvSpPr/>
          <p:nvPr/>
        </p:nvSpPr>
        <p:spPr>
          <a:xfrm flipV="1">
            <a:off x="3402913" y="5787307"/>
            <a:ext cx="427044" cy="765560"/>
          </a:xfrm>
          <a:prstGeom prst="arc">
            <a:avLst>
              <a:gd name="adj1" fmla="val 16018282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2" name="Conector recto 201">
            <a:extLst>
              <a:ext uri="{FF2B5EF4-FFF2-40B4-BE49-F238E27FC236}">
                <a16:creationId xmlns:a16="http://schemas.microsoft.com/office/drawing/2014/main" id="{6DDEAD03-1DA1-45C3-914C-B9B0EFDB2E0D}"/>
              </a:ext>
            </a:extLst>
          </p:cNvPr>
          <p:cNvCxnSpPr>
            <a:cxnSpLocks/>
            <a:endCxn id="199" idx="0"/>
          </p:cNvCxnSpPr>
          <p:nvPr/>
        </p:nvCxnSpPr>
        <p:spPr>
          <a:xfrm flipV="1">
            <a:off x="3191587" y="4202388"/>
            <a:ext cx="474070" cy="154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Conector recto 203">
            <a:extLst>
              <a:ext uri="{FF2B5EF4-FFF2-40B4-BE49-F238E27FC236}">
                <a16:creationId xmlns:a16="http://schemas.microsoft.com/office/drawing/2014/main" id="{46799FCA-2D72-46A7-8A5C-F222CEA5C124}"/>
              </a:ext>
            </a:extLst>
          </p:cNvPr>
          <p:cNvCxnSpPr>
            <a:cxnSpLocks/>
            <a:endCxn id="200" idx="0"/>
          </p:cNvCxnSpPr>
          <p:nvPr/>
        </p:nvCxnSpPr>
        <p:spPr>
          <a:xfrm>
            <a:off x="3173452" y="5390709"/>
            <a:ext cx="474826" cy="1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Conector recto 204">
            <a:extLst>
              <a:ext uri="{FF2B5EF4-FFF2-40B4-BE49-F238E27FC236}">
                <a16:creationId xmlns:a16="http://schemas.microsoft.com/office/drawing/2014/main" id="{8D8F3502-66F2-45CE-9D5F-65A4B5E468AA}"/>
              </a:ext>
            </a:extLst>
          </p:cNvPr>
          <p:cNvCxnSpPr>
            <a:cxnSpLocks/>
          </p:cNvCxnSpPr>
          <p:nvPr/>
        </p:nvCxnSpPr>
        <p:spPr>
          <a:xfrm flipV="1">
            <a:off x="3177675" y="6549638"/>
            <a:ext cx="474070" cy="154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CuadroTexto 205">
            <a:extLst>
              <a:ext uri="{FF2B5EF4-FFF2-40B4-BE49-F238E27FC236}">
                <a16:creationId xmlns:a16="http://schemas.microsoft.com/office/drawing/2014/main" id="{0C4B4CEB-E8C3-4020-BB31-966A449FB8AA}"/>
              </a:ext>
            </a:extLst>
          </p:cNvPr>
          <p:cNvSpPr txBox="1"/>
          <p:nvPr/>
        </p:nvSpPr>
        <p:spPr>
          <a:xfrm>
            <a:off x="7385013" y="2374624"/>
            <a:ext cx="7537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>
                <a:latin typeface="Arial" panose="020B0604020202020204" pitchFamily="34" charset="0"/>
                <a:cs typeface="Arial" panose="020B0604020202020204" pitchFamily="34" charset="0"/>
              </a:rPr>
              <a:t>Piso 3</a:t>
            </a: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8" name="CuadroTexto 207">
            <a:extLst>
              <a:ext uri="{FF2B5EF4-FFF2-40B4-BE49-F238E27FC236}">
                <a16:creationId xmlns:a16="http://schemas.microsoft.com/office/drawing/2014/main" id="{73E49104-C4F8-48EE-9850-C8EDB61376E6}"/>
              </a:ext>
            </a:extLst>
          </p:cNvPr>
          <p:cNvSpPr txBox="1"/>
          <p:nvPr/>
        </p:nvSpPr>
        <p:spPr>
          <a:xfrm>
            <a:off x="7336567" y="3423212"/>
            <a:ext cx="7537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>
                <a:latin typeface="Arial" panose="020B0604020202020204" pitchFamily="34" charset="0"/>
                <a:cs typeface="Arial" panose="020B0604020202020204" pitchFamily="34" charset="0"/>
              </a:rPr>
              <a:t>Piso 2</a:t>
            </a: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9" name="CuadroTexto 208">
            <a:extLst>
              <a:ext uri="{FF2B5EF4-FFF2-40B4-BE49-F238E27FC236}">
                <a16:creationId xmlns:a16="http://schemas.microsoft.com/office/drawing/2014/main" id="{CB8680BF-7604-47D1-9987-F1746A27FA20}"/>
              </a:ext>
            </a:extLst>
          </p:cNvPr>
          <p:cNvSpPr txBox="1"/>
          <p:nvPr/>
        </p:nvSpPr>
        <p:spPr>
          <a:xfrm>
            <a:off x="7316286" y="4611918"/>
            <a:ext cx="7537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>
                <a:latin typeface="Arial" panose="020B0604020202020204" pitchFamily="34" charset="0"/>
                <a:cs typeface="Arial" panose="020B0604020202020204" pitchFamily="34" charset="0"/>
              </a:rPr>
              <a:t>Piso 1</a:t>
            </a: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0" name="CuadroTexto 209">
            <a:extLst>
              <a:ext uri="{FF2B5EF4-FFF2-40B4-BE49-F238E27FC236}">
                <a16:creationId xmlns:a16="http://schemas.microsoft.com/office/drawing/2014/main" id="{4135B6B1-79CE-4509-BF15-50E03D32C53B}"/>
              </a:ext>
            </a:extLst>
          </p:cNvPr>
          <p:cNvSpPr txBox="1"/>
          <p:nvPr/>
        </p:nvSpPr>
        <p:spPr>
          <a:xfrm>
            <a:off x="7357102" y="5800624"/>
            <a:ext cx="7537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>
                <a:latin typeface="Arial" panose="020B0604020202020204" pitchFamily="34" charset="0"/>
                <a:cs typeface="Arial" panose="020B0604020202020204" pitchFamily="34" charset="0"/>
              </a:rPr>
              <a:t>Piso 0</a:t>
            </a: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1" name="CuadroTexto 210">
            <a:extLst>
              <a:ext uri="{FF2B5EF4-FFF2-40B4-BE49-F238E27FC236}">
                <a16:creationId xmlns:a16="http://schemas.microsoft.com/office/drawing/2014/main" id="{E9744E6F-4DC3-4D85-9962-073151B037D0}"/>
              </a:ext>
            </a:extLst>
          </p:cNvPr>
          <p:cNvSpPr txBox="1"/>
          <p:nvPr/>
        </p:nvSpPr>
        <p:spPr>
          <a:xfrm>
            <a:off x="5351366" y="6562179"/>
            <a:ext cx="11063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>
                <a:latin typeface="Arial" panose="020B0604020202020204" pitchFamily="34" charset="0"/>
                <a:cs typeface="Arial" panose="020B0604020202020204" pitchFamily="34" charset="0"/>
              </a:rPr>
              <a:t>vivienda 2</a:t>
            </a: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2" name="CuadroTexto 211">
            <a:extLst>
              <a:ext uri="{FF2B5EF4-FFF2-40B4-BE49-F238E27FC236}">
                <a16:creationId xmlns:a16="http://schemas.microsoft.com/office/drawing/2014/main" id="{59631ACA-27FE-431F-95ED-63DF996AB75D}"/>
              </a:ext>
            </a:extLst>
          </p:cNvPr>
          <p:cNvSpPr txBox="1"/>
          <p:nvPr/>
        </p:nvSpPr>
        <p:spPr>
          <a:xfrm>
            <a:off x="1254357" y="6618838"/>
            <a:ext cx="11063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>
                <a:latin typeface="Arial" panose="020B0604020202020204" pitchFamily="34" charset="0"/>
                <a:cs typeface="Arial" panose="020B0604020202020204" pitchFamily="34" charset="0"/>
              </a:rPr>
              <a:t>vivienda 1</a:t>
            </a: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3" name="CuadroTexto 212">
            <a:extLst>
              <a:ext uri="{FF2B5EF4-FFF2-40B4-BE49-F238E27FC236}">
                <a16:creationId xmlns:a16="http://schemas.microsoft.com/office/drawing/2014/main" id="{9C5E025C-EE2A-43B7-97DA-874E51D6257F}"/>
              </a:ext>
            </a:extLst>
          </p:cNvPr>
          <p:cNvSpPr txBox="1"/>
          <p:nvPr/>
        </p:nvSpPr>
        <p:spPr>
          <a:xfrm>
            <a:off x="3040279" y="815757"/>
            <a:ext cx="114326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50" b="1">
                <a:latin typeface="Arial" panose="020B0604020202020204" pitchFamily="34" charset="0"/>
                <a:cs typeface="Arial" panose="020B0604020202020204" pitchFamily="34" charset="0"/>
              </a:rPr>
              <a:t>Antena satétile</a:t>
            </a:r>
            <a:endParaRPr lang="en-US" sz="105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4" name="CuadroTexto 213">
            <a:extLst>
              <a:ext uri="{FF2B5EF4-FFF2-40B4-BE49-F238E27FC236}">
                <a16:creationId xmlns:a16="http://schemas.microsoft.com/office/drawing/2014/main" id="{837BB23F-A8E3-4C92-B3D6-A5DDC1875FC3}"/>
              </a:ext>
            </a:extLst>
          </p:cNvPr>
          <p:cNvSpPr txBox="1"/>
          <p:nvPr/>
        </p:nvSpPr>
        <p:spPr>
          <a:xfrm>
            <a:off x="782148" y="1744081"/>
            <a:ext cx="12025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50" b="1">
                <a:latin typeface="Arial" panose="020B0604020202020204" pitchFamily="34" charset="0"/>
                <a:cs typeface="Arial" panose="020B0604020202020204" pitchFamily="34" charset="0"/>
              </a:rPr>
              <a:t>Preamplificador</a:t>
            </a:r>
            <a:endParaRPr lang="en-US" sz="105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5" name="CuadroTexto 214">
            <a:extLst>
              <a:ext uri="{FF2B5EF4-FFF2-40B4-BE49-F238E27FC236}">
                <a16:creationId xmlns:a16="http://schemas.microsoft.com/office/drawing/2014/main" id="{17963506-0AE4-413A-AC86-B75CE60803DB}"/>
              </a:ext>
            </a:extLst>
          </p:cNvPr>
          <p:cNvSpPr txBox="1"/>
          <p:nvPr/>
        </p:nvSpPr>
        <p:spPr>
          <a:xfrm>
            <a:off x="3210366" y="1535836"/>
            <a:ext cx="84350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50" b="1">
                <a:latin typeface="Arial" panose="020B0604020202020204" pitchFamily="34" charset="0"/>
                <a:cs typeface="Arial" panose="020B0604020202020204" pitchFamily="34" charset="0"/>
              </a:rPr>
              <a:t>Mezclador</a:t>
            </a:r>
            <a:endParaRPr lang="en-US" sz="105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6" name="CuadroTexto 215">
            <a:extLst>
              <a:ext uri="{FF2B5EF4-FFF2-40B4-BE49-F238E27FC236}">
                <a16:creationId xmlns:a16="http://schemas.microsoft.com/office/drawing/2014/main" id="{E7C93C18-7BF5-4182-9E02-9C6CA0B11409}"/>
              </a:ext>
            </a:extLst>
          </p:cNvPr>
          <p:cNvSpPr txBox="1"/>
          <p:nvPr/>
        </p:nvSpPr>
        <p:spPr>
          <a:xfrm>
            <a:off x="1251730" y="692752"/>
            <a:ext cx="166584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50" b="1">
                <a:latin typeface="Arial" panose="020B0604020202020204" pitchFamily="34" charset="0"/>
                <a:cs typeface="Arial" panose="020B0604020202020204" pitchFamily="34" charset="0"/>
              </a:rPr>
              <a:t>Antenas FM, DAB, UHF</a:t>
            </a:r>
            <a:endParaRPr lang="en-US" sz="105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9" name="CuadroTexto 218">
            <a:extLst>
              <a:ext uri="{FF2B5EF4-FFF2-40B4-BE49-F238E27FC236}">
                <a16:creationId xmlns:a16="http://schemas.microsoft.com/office/drawing/2014/main" id="{94943AF7-268E-4CF7-A928-3C125D3E9F3B}"/>
              </a:ext>
            </a:extLst>
          </p:cNvPr>
          <p:cNvSpPr txBox="1"/>
          <p:nvPr/>
        </p:nvSpPr>
        <p:spPr>
          <a:xfrm>
            <a:off x="4145514" y="2176056"/>
            <a:ext cx="81464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50" b="1">
                <a:latin typeface="Arial" panose="020B0604020202020204" pitchFamily="34" charset="0"/>
                <a:cs typeface="Arial" panose="020B0604020202020204" pitchFamily="34" charset="0"/>
              </a:rPr>
              <a:t>Derivador</a:t>
            </a:r>
            <a:endParaRPr lang="en-US" sz="105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0" name="CuadroTexto 219">
            <a:extLst>
              <a:ext uri="{FF2B5EF4-FFF2-40B4-BE49-F238E27FC236}">
                <a16:creationId xmlns:a16="http://schemas.microsoft.com/office/drawing/2014/main" id="{9B56926F-1581-4FB0-ACE0-F3C754B6A46E}"/>
              </a:ext>
            </a:extLst>
          </p:cNvPr>
          <p:cNvSpPr txBox="1"/>
          <p:nvPr/>
        </p:nvSpPr>
        <p:spPr>
          <a:xfrm>
            <a:off x="5396269" y="2883557"/>
            <a:ext cx="94609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50" b="1">
                <a:latin typeface="Arial" panose="020B0604020202020204" pitchFamily="34" charset="0"/>
                <a:cs typeface="Arial" panose="020B0604020202020204" pitchFamily="34" charset="0"/>
              </a:rPr>
              <a:t>Distribuidor</a:t>
            </a:r>
            <a:endParaRPr lang="en-US" sz="105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1" name="CuadroTexto 220">
            <a:extLst>
              <a:ext uri="{FF2B5EF4-FFF2-40B4-BE49-F238E27FC236}">
                <a16:creationId xmlns:a16="http://schemas.microsoft.com/office/drawing/2014/main" id="{8E1DF1C5-2F2E-41D4-BEF5-D67E91BDC093}"/>
              </a:ext>
            </a:extLst>
          </p:cNvPr>
          <p:cNvSpPr txBox="1"/>
          <p:nvPr/>
        </p:nvSpPr>
        <p:spPr>
          <a:xfrm>
            <a:off x="6039324" y="2067993"/>
            <a:ext cx="54373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50" b="1">
                <a:latin typeface="Arial" panose="020B0604020202020204" pitchFamily="34" charset="0"/>
                <a:cs typeface="Arial" panose="020B0604020202020204" pitchFamily="34" charset="0"/>
              </a:rPr>
              <a:t>Toma</a:t>
            </a:r>
            <a:endParaRPr lang="en-US" sz="105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2527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Forma en L"/>
          <p:cNvSpPr/>
          <p:nvPr/>
        </p:nvSpPr>
        <p:spPr>
          <a:xfrm rot="5400000">
            <a:off x="1108166" y="-1177835"/>
            <a:ext cx="6891161" cy="9180514"/>
          </a:xfrm>
          <a:prstGeom prst="corner">
            <a:avLst>
              <a:gd name="adj1" fmla="val 9937"/>
              <a:gd name="adj2" fmla="val 10583"/>
            </a:avLst>
          </a:prstGeom>
          <a:gradFill flip="none" rotWithShape="1">
            <a:gsLst>
              <a:gs pos="100000">
                <a:srgbClr val="83A62A"/>
              </a:gs>
              <a:gs pos="0">
                <a:schemeClr val="tx1"/>
              </a:gs>
              <a:gs pos="9000">
                <a:schemeClr val="tx1"/>
              </a:gs>
              <a:gs pos="24000">
                <a:schemeClr val="accent3">
                  <a:lumMod val="50000"/>
                </a:schemeClr>
              </a:gs>
              <a:gs pos="61000">
                <a:srgbClr val="83A62A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innerShdw blurRad="63500" dist="1016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CuadroTexto"/>
          <p:cNvSpPr txBox="1"/>
          <p:nvPr/>
        </p:nvSpPr>
        <p:spPr>
          <a:xfrm>
            <a:off x="2915816" y="-33159"/>
            <a:ext cx="32624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Componentes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1"/>
            <a:ext cx="713290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6178" y="6309320"/>
            <a:ext cx="451366" cy="365125"/>
          </a:xfrm>
        </p:spPr>
        <p:txBody>
          <a:bodyPr/>
          <a:lstStyle/>
          <a:p>
            <a:fld id="{DAD8BA2F-E335-4939-99DC-A7E50E548284}" type="slidenum">
              <a: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</a:t>
            </a:fld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2" name="291 CuadroTexto"/>
          <p:cNvSpPr txBox="1"/>
          <p:nvPr/>
        </p:nvSpPr>
        <p:spPr>
          <a:xfrm>
            <a:off x="4031544" y="692696"/>
            <a:ext cx="14045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u="sng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Antena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780" y="1988840"/>
            <a:ext cx="2105308" cy="1473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3513" y="1570020"/>
            <a:ext cx="1526902" cy="2016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8152" y="1741641"/>
            <a:ext cx="2295525" cy="173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6607" y="1519808"/>
            <a:ext cx="211455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8 CuadroTexto"/>
          <p:cNvSpPr txBox="1"/>
          <p:nvPr/>
        </p:nvSpPr>
        <p:spPr>
          <a:xfrm>
            <a:off x="1640776" y="3501008"/>
            <a:ext cx="5549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FM</a:t>
            </a:r>
          </a:p>
        </p:txBody>
      </p:sp>
      <p:sp>
        <p:nvSpPr>
          <p:cNvPr id="41" name="40 CuadroTexto"/>
          <p:cNvSpPr txBox="1"/>
          <p:nvPr/>
        </p:nvSpPr>
        <p:spPr>
          <a:xfrm>
            <a:off x="3435820" y="3572874"/>
            <a:ext cx="742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DAB</a:t>
            </a:r>
          </a:p>
        </p:txBody>
      </p:sp>
      <p:sp>
        <p:nvSpPr>
          <p:cNvPr id="42" name="41 CuadroTexto"/>
          <p:cNvSpPr txBox="1"/>
          <p:nvPr/>
        </p:nvSpPr>
        <p:spPr>
          <a:xfrm>
            <a:off x="5292080" y="3645024"/>
            <a:ext cx="7136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UHF</a:t>
            </a:r>
          </a:p>
        </p:txBody>
      </p:sp>
      <p:sp>
        <p:nvSpPr>
          <p:cNvPr id="43" name="42 CuadroTexto"/>
          <p:cNvSpPr txBox="1"/>
          <p:nvPr/>
        </p:nvSpPr>
        <p:spPr>
          <a:xfrm>
            <a:off x="7236296" y="3645024"/>
            <a:ext cx="10951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Satélite</a:t>
            </a:r>
          </a:p>
        </p:txBody>
      </p:sp>
      <p:sp>
        <p:nvSpPr>
          <p:cNvPr id="44" name="43 CuadroTexto"/>
          <p:cNvSpPr txBox="1"/>
          <p:nvPr/>
        </p:nvSpPr>
        <p:spPr>
          <a:xfrm>
            <a:off x="1079612" y="4995753"/>
            <a:ext cx="525658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Nivel aceptable de señal  la cabecera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Evitar interferencias con otros repetidores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Cubrir las frecuencias deseadas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AC85A115-983B-4BB9-8E16-384BEC4E1662}"/>
              </a:ext>
            </a:extLst>
          </p:cNvPr>
          <p:cNvSpPr txBox="1"/>
          <p:nvPr/>
        </p:nvSpPr>
        <p:spPr>
          <a:xfrm>
            <a:off x="6951402" y="3993112"/>
            <a:ext cx="18075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>
                <a:latin typeface="Arial" panose="020B0604020202020204" pitchFamily="34" charset="0"/>
                <a:cs typeface="Arial" panose="020B0604020202020204" pitchFamily="34" charset="0"/>
              </a:rPr>
              <a:t>10.7-12.7 GHz</a:t>
            </a:r>
            <a:endParaRPr lang="en-US" b="1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C3D4751-8A28-4FD5-9294-B40B90D6EAC6}"/>
              </a:ext>
            </a:extLst>
          </p:cNvPr>
          <p:cNvSpPr txBox="1"/>
          <p:nvPr/>
        </p:nvSpPr>
        <p:spPr>
          <a:xfrm>
            <a:off x="5026479" y="3992211"/>
            <a:ext cx="17931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470-694 MHz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9A57E3A-3F0B-435C-9B11-F23C06A70537}"/>
              </a:ext>
            </a:extLst>
          </p:cNvPr>
          <p:cNvSpPr txBox="1"/>
          <p:nvPr/>
        </p:nvSpPr>
        <p:spPr>
          <a:xfrm>
            <a:off x="3068798" y="3950001"/>
            <a:ext cx="16733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190-232 MHz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0BB3A52-A22F-4240-97C6-5C7B23571B2C}"/>
              </a:ext>
            </a:extLst>
          </p:cNvPr>
          <p:cNvSpPr txBox="1"/>
          <p:nvPr/>
        </p:nvSpPr>
        <p:spPr>
          <a:xfrm>
            <a:off x="1163425" y="3927895"/>
            <a:ext cx="16186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88-108 MHz</a:t>
            </a:r>
          </a:p>
        </p:txBody>
      </p:sp>
    </p:spTree>
    <p:extLst>
      <p:ext uri="{BB962C8B-B14F-4D97-AF65-F5344CB8AC3E}">
        <p14:creationId xmlns:p14="http://schemas.microsoft.com/office/powerpoint/2010/main" val="2280225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Forma en L"/>
          <p:cNvSpPr/>
          <p:nvPr/>
        </p:nvSpPr>
        <p:spPr>
          <a:xfrm rot="5400000">
            <a:off x="1108166" y="-1177835"/>
            <a:ext cx="6891161" cy="9180514"/>
          </a:xfrm>
          <a:prstGeom prst="corner">
            <a:avLst>
              <a:gd name="adj1" fmla="val 9937"/>
              <a:gd name="adj2" fmla="val 10583"/>
            </a:avLst>
          </a:prstGeom>
          <a:gradFill flip="none" rotWithShape="1">
            <a:gsLst>
              <a:gs pos="100000">
                <a:srgbClr val="83A62A"/>
              </a:gs>
              <a:gs pos="0">
                <a:schemeClr val="tx1"/>
              </a:gs>
              <a:gs pos="9000">
                <a:schemeClr val="tx1"/>
              </a:gs>
              <a:gs pos="24000">
                <a:schemeClr val="accent3">
                  <a:lumMod val="50000"/>
                </a:schemeClr>
              </a:gs>
              <a:gs pos="61000">
                <a:srgbClr val="83A62A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innerShdw blurRad="63500" dist="1016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CuadroTexto"/>
          <p:cNvSpPr txBox="1"/>
          <p:nvPr/>
        </p:nvSpPr>
        <p:spPr>
          <a:xfrm>
            <a:off x="2915816" y="-33159"/>
            <a:ext cx="32624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Componentes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1"/>
            <a:ext cx="713290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6178" y="6309320"/>
            <a:ext cx="451366" cy="365125"/>
          </a:xfrm>
        </p:spPr>
        <p:txBody>
          <a:bodyPr/>
          <a:lstStyle/>
          <a:p>
            <a:fld id="{DAD8BA2F-E335-4939-99DC-A7E50E548284}" type="slidenum">
              <a: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31</a:t>
            </a:fld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2" name="291 CuadroTexto"/>
          <p:cNvSpPr txBox="1"/>
          <p:nvPr/>
        </p:nvSpPr>
        <p:spPr>
          <a:xfrm>
            <a:off x="2967991" y="692696"/>
            <a:ext cx="29001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u="sng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Preamplificador</a:t>
            </a:r>
          </a:p>
        </p:txBody>
      </p:sp>
      <p:sp>
        <p:nvSpPr>
          <p:cNvPr id="44" name="43 CuadroTexto"/>
          <p:cNvSpPr txBox="1"/>
          <p:nvPr/>
        </p:nvSpPr>
        <p:spPr>
          <a:xfrm>
            <a:off x="971600" y="4437112"/>
            <a:ext cx="78488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Amplifica la señal introduciendo poco ruido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Al principio de la cadena receptora para disminuir el ruido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Preferentemente utilizar 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amplificadores </a:t>
            </a: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monocanal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o filtrado tipo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monocanal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en lugar de amplificador de banda ancha. 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6553" y="1199616"/>
            <a:ext cx="5025710" cy="2589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115436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Forma en L"/>
          <p:cNvSpPr/>
          <p:nvPr/>
        </p:nvSpPr>
        <p:spPr>
          <a:xfrm rot="5400000">
            <a:off x="1108166" y="-1177835"/>
            <a:ext cx="6891161" cy="9180514"/>
          </a:xfrm>
          <a:prstGeom prst="corner">
            <a:avLst>
              <a:gd name="adj1" fmla="val 9937"/>
              <a:gd name="adj2" fmla="val 10583"/>
            </a:avLst>
          </a:prstGeom>
          <a:gradFill flip="none" rotWithShape="1">
            <a:gsLst>
              <a:gs pos="100000">
                <a:srgbClr val="83A62A"/>
              </a:gs>
              <a:gs pos="0">
                <a:schemeClr val="tx1"/>
              </a:gs>
              <a:gs pos="9000">
                <a:schemeClr val="tx1"/>
              </a:gs>
              <a:gs pos="24000">
                <a:schemeClr val="accent3">
                  <a:lumMod val="50000"/>
                </a:schemeClr>
              </a:gs>
              <a:gs pos="61000">
                <a:srgbClr val="83A62A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innerShdw blurRad="63500" dist="1016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CuadroTexto"/>
          <p:cNvSpPr txBox="1"/>
          <p:nvPr/>
        </p:nvSpPr>
        <p:spPr>
          <a:xfrm>
            <a:off x="2915816" y="-33159"/>
            <a:ext cx="32624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Componentes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1"/>
            <a:ext cx="713290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6178" y="6309320"/>
            <a:ext cx="451366" cy="365125"/>
          </a:xfrm>
        </p:spPr>
        <p:txBody>
          <a:bodyPr/>
          <a:lstStyle/>
          <a:p>
            <a:fld id="{DAD8BA2F-E335-4939-99DC-A7E50E548284}" type="slidenum">
              <a: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32</a:t>
            </a:fld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2" name="291 CuadroTexto"/>
          <p:cNvSpPr txBox="1"/>
          <p:nvPr/>
        </p:nvSpPr>
        <p:spPr>
          <a:xfrm>
            <a:off x="2967991" y="692696"/>
            <a:ext cx="29001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u="sng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Preamplificador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137321"/>
            <a:ext cx="7921145" cy="295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3 Rectángulo redondeado"/>
          <p:cNvSpPr/>
          <p:nvPr/>
        </p:nvSpPr>
        <p:spPr>
          <a:xfrm>
            <a:off x="971599" y="4774455"/>
            <a:ext cx="7921145" cy="21602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10 Rectángulo redondeado"/>
          <p:cNvSpPr/>
          <p:nvPr/>
        </p:nvSpPr>
        <p:spPr>
          <a:xfrm>
            <a:off x="966267" y="3516411"/>
            <a:ext cx="7921145" cy="21602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4 Rectángulo"/>
          <p:cNvSpPr/>
          <p:nvPr/>
        </p:nvSpPr>
        <p:spPr>
          <a:xfrm>
            <a:off x="1058782" y="1414175"/>
            <a:ext cx="6280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Amplificador Amplificador de mástil </a:t>
            </a:r>
            <a:r>
              <a:rPr lang="es-ES" b="1" dirty="0" err="1">
                <a:latin typeface="Arial" panose="020B0604020202020204" pitchFamily="34" charset="0"/>
                <a:cs typeface="Arial" panose="020B0604020202020204" pitchFamily="34" charset="0"/>
              </a:rPr>
              <a:t>NanoKom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Televés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827584" y="1916832"/>
            <a:ext cx="71642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CC"/>
                </a:solidFill>
              </a:rPr>
              <a:t>https://</a:t>
            </a:r>
            <a:r>
              <a:rPr lang="en-US" dirty="0" err="1">
                <a:solidFill>
                  <a:srgbClr val="0000CC"/>
                </a:solidFill>
              </a:rPr>
              <a:t>www.televes.com</a:t>
            </a:r>
            <a:r>
              <a:rPr lang="en-US" dirty="0">
                <a:solidFill>
                  <a:srgbClr val="0000CC"/>
                </a:solidFill>
              </a:rPr>
              <a:t>/</a:t>
            </a:r>
            <a:r>
              <a:rPr lang="en-US" dirty="0" err="1">
                <a:solidFill>
                  <a:srgbClr val="0000CC"/>
                </a:solidFill>
              </a:rPr>
              <a:t>es</a:t>
            </a:r>
            <a:r>
              <a:rPr lang="en-US" dirty="0">
                <a:solidFill>
                  <a:srgbClr val="0000CC"/>
                </a:solidFill>
              </a:rPr>
              <a:t>/561701-amplificador-de-mastil-nanokom-lte790-1er-dividendo-digital.html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328" y="1063521"/>
            <a:ext cx="1551414" cy="1789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38816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894162"/>
            <a:ext cx="8029575" cy="234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Forma en L"/>
          <p:cNvSpPr/>
          <p:nvPr/>
        </p:nvSpPr>
        <p:spPr>
          <a:xfrm rot="5400000">
            <a:off x="1108166" y="-1177835"/>
            <a:ext cx="6891161" cy="9180514"/>
          </a:xfrm>
          <a:prstGeom prst="corner">
            <a:avLst>
              <a:gd name="adj1" fmla="val 9937"/>
              <a:gd name="adj2" fmla="val 10583"/>
            </a:avLst>
          </a:prstGeom>
          <a:gradFill flip="none" rotWithShape="1">
            <a:gsLst>
              <a:gs pos="100000">
                <a:srgbClr val="83A62A"/>
              </a:gs>
              <a:gs pos="0">
                <a:schemeClr val="tx1"/>
              </a:gs>
              <a:gs pos="9000">
                <a:schemeClr val="tx1"/>
              </a:gs>
              <a:gs pos="24000">
                <a:schemeClr val="accent3">
                  <a:lumMod val="50000"/>
                </a:schemeClr>
              </a:gs>
              <a:gs pos="61000">
                <a:srgbClr val="83A62A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innerShdw blurRad="63500" dist="1016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CuadroTexto"/>
          <p:cNvSpPr txBox="1"/>
          <p:nvPr/>
        </p:nvSpPr>
        <p:spPr>
          <a:xfrm>
            <a:off x="2915816" y="-33159"/>
            <a:ext cx="32624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Componentes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1"/>
            <a:ext cx="713290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6178" y="6309320"/>
            <a:ext cx="451366" cy="365125"/>
          </a:xfrm>
        </p:spPr>
        <p:txBody>
          <a:bodyPr/>
          <a:lstStyle/>
          <a:p>
            <a:fld id="{DAD8BA2F-E335-4939-99DC-A7E50E548284}" type="slidenum">
              <a: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33</a:t>
            </a:fld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2" name="291 CuadroTexto"/>
          <p:cNvSpPr txBox="1"/>
          <p:nvPr/>
        </p:nvSpPr>
        <p:spPr>
          <a:xfrm>
            <a:off x="2967991" y="692696"/>
            <a:ext cx="29001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u="sng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Preamplificador</a:t>
            </a:r>
          </a:p>
        </p:txBody>
      </p:sp>
      <p:sp>
        <p:nvSpPr>
          <p:cNvPr id="4" name="3 Rectángulo redondeado"/>
          <p:cNvSpPr/>
          <p:nvPr/>
        </p:nvSpPr>
        <p:spPr>
          <a:xfrm>
            <a:off x="864270" y="5550346"/>
            <a:ext cx="7921145" cy="21602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10 Rectángulo redondeado"/>
          <p:cNvSpPr/>
          <p:nvPr/>
        </p:nvSpPr>
        <p:spPr>
          <a:xfrm>
            <a:off x="858938" y="4417268"/>
            <a:ext cx="7921145" cy="21602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4 Rectángulo"/>
          <p:cNvSpPr/>
          <p:nvPr/>
        </p:nvSpPr>
        <p:spPr>
          <a:xfrm>
            <a:off x="1058782" y="1414175"/>
            <a:ext cx="44508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Amplificador </a:t>
            </a:r>
            <a:r>
              <a:rPr lang="es-ES" b="1" dirty="0" err="1">
                <a:latin typeface="Arial" panose="020B0604020202020204" pitchFamily="34" charset="0"/>
                <a:cs typeface="Arial" panose="020B0604020202020204" pitchFamily="34" charset="0"/>
              </a:rPr>
              <a:t>monocanal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 T-03 (</a:t>
            </a:r>
            <a:r>
              <a:rPr lang="es-ES" b="1" dirty="0" err="1">
                <a:latin typeface="Arial" panose="020B0604020202020204" pitchFamily="34" charset="0"/>
                <a:cs typeface="Arial" panose="020B0604020202020204" pitchFamily="34" charset="0"/>
              </a:rPr>
              <a:t>Televés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2528" y="1215916"/>
            <a:ext cx="3275856" cy="2619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8 CuadroTexto"/>
          <p:cNvSpPr txBox="1"/>
          <p:nvPr/>
        </p:nvSpPr>
        <p:spPr>
          <a:xfrm>
            <a:off x="1608740" y="2140753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Diseño modular</a:t>
            </a:r>
          </a:p>
        </p:txBody>
      </p:sp>
      <p:sp>
        <p:nvSpPr>
          <p:cNvPr id="10" name="9 Rectángulo"/>
          <p:cNvSpPr/>
          <p:nvPr/>
        </p:nvSpPr>
        <p:spPr>
          <a:xfrm>
            <a:off x="1608740" y="3227756"/>
            <a:ext cx="3744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CC"/>
                </a:solidFill>
              </a:rPr>
              <a:t>http://</a:t>
            </a:r>
            <a:r>
              <a:rPr lang="en-US" dirty="0" err="1">
                <a:solidFill>
                  <a:srgbClr val="0000CC"/>
                </a:solidFill>
              </a:rPr>
              <a:t>descargas.cetronic.es</a:t>
            </a:r>
            <a:r>
              <a:rPr lang="en-US" dirty="0">
                <a:solidFill>
                  <a:srgbClr val="0000CC"/>
                </a:solidFill>
              </a:rPr>
              <a:t>/</a:t>
            </a:r>
            <a:r>
              <a:rPr lang="en-US" dirty="0" err="1">
                <a:solidFill>
                  <a:srgbClr val="0000CC"/>
                </a:solidFill>
              </a:rPr>
              <a:t>5084.pdf</a:t>
            </a:r>
            <a:endParaRPr lang="en-US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62847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Forma en L"/>
          <p:cNvSpPr/>
          <p:nvPr/>
        </p:nvSpPr>
        <p:spPr>
          <a:xfrm rot="5400000">
            <a:off x="1108166" y="-1177835"/>
            <a:ext cx="6891161" cy="9180514"/>
          </a:xfrm>
          <a:prstGeom prst="corner">
            <a:avLst>
              <a:gd name="adj1" fmla="val 9937"/>
              <a:gd name="adj2" fmla="val 10583"/>
            </a:avLst>
          </a:prstGeom>
          <a:gradFill flip="none" rotWithShape="1">
            <a:gsLst>
              <a:gs pos="100000">
                <a:srgbClr val="83A62A"/>
              </a:gs>
              <a:gs pos="0">
                <a:schemeClr val="tx1"/>
              </a:gs>
              <a:gs pos="9000">
                <a:schemeClr val="tx1"/>
              </a:gs>
              <a:gs pos="24000">
                <a:schemeClr val="accent3">
                  <a:lumMod val="50000"/>
                </a:schemeClr>
              </a:gs>
              <a:gs pos="61000">
                <a:srgbClr val="83A62A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innerShdw blurRad="63500" dist="1016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CuadroTexto"/>
          <p:cNvSpPr txBox="1"/>
          <p:nvPr/>
        </p:nvSpPr>
        <p:spPr>
          <a:xfrm>
            <a:off x="2915816" y="-33159"/>
            <a:ext cx="32624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Componentes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1"/>
            <a:ext cx="713290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6178" y="6309320"/>
            <a:ext cx="451366" cy="365125"/>
          </a:xfrm>
        </p:spPr>
        <p:txBody>
          <a:bodyPr/>
          <a:lstStyle/>
          <a:p>
            <a:fld id="{DAD8BA2F-E335-4939-99DC-A7E50E548284}" type="slidenum">
              <a: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34</a:t>
            </a:fld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2" name="291 CuadroTexto"/>
          <p:cNvSpPr txBox="1"/>
          <p:nvPr/>
        </p:nvSpPr>
        <p:spPr>
          <a:xfrm>
            <a:off x="4031544" y="692696"/>
            <a:ext cx="9236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u="sng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LNB</a:t>
            </a:r>
            <a:endParaRPr lang="es-ES" sz="2800" b="1" u="sng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43 CuadroTexto"/>
          <p:cNvSpPr txBox="1"/>
          <p:nvPr/>
        </p:nvSpPr>
        <p:spPr>
          <a:xfrm>
            <a:off x="971600" y="3789040"/>
            <a:ext cx="6912768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Low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noise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block (conversor de reducción de ruido)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Convierte la señal de satélite (10.7-12.7 GHz) a la banda de frecuencia intermedia (950-2150 MHz)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0493C69-8480-41B6-9D85-D4A0D60C86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600" y="1374243"/>
            <a:ext cx="2600325" cy="17907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46A67AFE-AA1E-4821-A6DE-6BDF96DE3E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9832" y="1424080"/>
            <a:ext cx="5841829" cy="2004920"/>
          </a:xfrm>
          <a:prstGeom prst="rect">
            <a:avLst/>
          </a:prstGeom>
        </p:spPr>
      </p:pic>
      <p:sp>
        <p:nvSpPr>
          <p:cNvPr id="20" name="10 Rectángulo redondeado">
            <a:extLst>
              <a:ext uri="{FF2B5EF4-FFF2-40B4-BE49-F238E27FC236}">
                <a16:creationId xmlns:a16="http://schemas.microsoft.com/office/drawing/2014/main" id="{AC5A00BE-06E0-4E57-BFF8-B7ECD2EABCCE}"/>
              </a:ext>
            </a:extLst>
          </p:cNvPr>
          <p:cNvSpPr/>
          <p:nvPr/>
        </p:nvSpPr>
        <p:spPr>
          <a:xfrm>
            <a:off x="3068749" y="2348880"/>
            <a:ext cx="5967748" cy="14059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10 Rectángulo redondeado">
            <a:extLst>
              <a:ext uri="{FF2B5EF4-FFF2-40B4-BE49-F238E27FC236}">
                <a16:creationId xmlns:a16="http://schemas.microsoft.com/office/drawing/2014/main" id="{0B8F0142-0325-4B1E-94C3-AD5B28C2D3D1}"/>
              </a:ext>
            </a:extLst>
          </p:cNvPr>
          <p:cNvSpPr/>
          <p:nvPr/>
        </p:nvSpPr>
        <p:spPr>
          <a:xfrm>
            <a:off x="3068749" y="3024345"/>
            <a:ext cx="5967748" cy="14059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1452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Forma en L"/>
          <p:cNvSpPr/>
          <p:nvPr/>
        </p:nvSpPr>
        <p:spPr>
          <a:xfrm rot="5400000">
            <a:off x="1108166" y="-1177835"/>
            <a:ext cx="6891161" cy="9180514"/>
          </a:xfrm>
          <a:prstGeom prst="corner">
            <a:avLst>
              <a:gd name="adj1" fmla="val 9937"/>
              <a:gd name="adj2" fmla="val 10583"/>
            </a:avLst>
          </a:prstGeom>
          <a:gradFill flip="none" rotWithShape="1">
            <a:gsLst>
              <a:gs pos="100000">
                <a:srgbClr val="83A62A"/>
              </a:gs>
              <a:gs pos="0">
                <a:schemeClr val="tx1"/>
              </a:gs>
              <a:gs pos="9000">
                <a:schemeClr val="tx1"/>
              </a:gs>
              <a:gs pos="24000">
                <a:schemeClr val="accent3">
                  <a:lumMod val="50000"/>
                </a:schemeClr>
              </a:gs>
              <a:gs pos="61000">
                <a:srgbClr val="83A62A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innerShdw blurRad="63500" dist="1016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CuadroTexto"/>
          <p:cNvSpPr txBox="1"/>
          <p:nvPr/>
        </p:nvSpPr>
        <p:spPr>
          <a:xfrm>
            <a:off x="2915816" y="-33159"/>
            <a:ext cx="32624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Componentes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1"/>
            <a:ext cx="713290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6178" y="6309320"/>
            <a:ext cx="451366" cy="365125"/>
          </a:xfrm>
        </p:spPr>
        <p:txBody>
          <a:bodyPr/>
          <a:lstStyle/>
          <a:p>
            <a:fld id="{DAD8BA2F-E335-4939-99DC-A7E50E548284}" type="slidenum">
              <a: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35</a:t>
            </a:fld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2" name="291 CuadroTexto"/>
          <p:cNvSpPr txBox="1"/>
          <p:nvPr/>
        </p:nvSpPr>
        <p:spPr>
          <a:xfrm>
            <a:off x="4031544" y="692696"/>
            <a:ext cx="19431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u="sng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Mezclador</a:t>
            </a:r>
            <a:endParaRPr lang="es-ES" sz="2800" b="1" u="sng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43 CuadroTexto"/>
          <p:cNvSpPr txBox="1"/>
          <p:nvPr/>
        </p:nvSpPr>
        <p:spPr>
          <a:xfrm>
            <a:off x="971600" y="4005151"/>
            <a:ext cx="73598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>
                <a:latin typeface="Arial" panose="020B0604020202020204" pitchFamily="34" charset="0"/>
                <a:cs typeface="Arial" panose="020B0604020202020204" pitchFamily="34" charset="0"/>
              </a:rPr>
              <a:t>Mezcla la señal de UHF con la de satélite en un único canal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AF123D0-CA52-4935-85E2-DAC64A496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3768" y="1227345"/>
            <a:ext cx="3388308" cy="2705712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CD1855E1-34B7-4402-8028-BF0F2EB562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935" y="4576583"/>
            <a:ext cx="7999677" cy="1823613"/>
          </a:xfrm>
          <a:prstGeom prst="rect">
            <a:avLst/>
          </a:prstGeom>
        </p:spPr>
      </p:pic>
      <p:sp>
        <p:nvSpPr>
          <p:cNvPr id="20" name="10 Rectángulo redondeado">
            <a:extLst>
              <a:ext uri="{FF2B5EF4-FFF2-40B4-BE49-F238E27FC236}">
                <a16:creationId xmlns:a16="http://schemas.microsoft.com/office/drawing/2014/main" id="{66E4C951-5EE2-4653-BEC9-D4246D6F5263}"/>
              </a:ext>
            </a:extLst>
          </p:cNvPr>
          <p:cNvSpPr/>
          <p:nvPr/>
        </p:nvSpPr>
        <p:spPr>
          <a:xfrm>
            <a:off x="836521" y="4797152"/>
            <a:ext cx="7921145" cy="14401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10 Rectángulo redondeado">
            <a:extLst>
              <a:ext uri="{FF2B5EF4-FFF2-40B4-BE49-F238E27FC236}">
                <a16:creationId xmlns:a16="http://schemas.microsoft.com/office/drawing/2014/main" id="{0C347211-9F31-4DA3-A1A2-45548F973442}"/>
              </a:ext>
            </a:extLst>
          </p:cNvPr>
          <p:cNvSpPr/>
          <p:nvPr/>
        </p:nvSpPr>
        <p:spPr>
          <a:xfrm>
            <a:off x="971600" y="5222914"/>
            <a:ext cx="7921145" cy="14401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1793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Forma en L"/>
          <p:cNvSpPr/>
          <p:nvPr/>
        </p:nvSpPr>
        <p:spPr>
          <a:xfrm rot="5400000">
            <a:off x="1108166" y="-1177835"/>
            <a:ext cx="6891161" cy="9180514"/>
          </a:xfrm>
          <a:prstGeom prst="corner">
            <a:avLst>
              <a:gd name="adj1" fmla="val 9937"/>
              <a:gd name="adj2" fmla="val 10583"/>
            </a:avLst>
          </a:prstGeom>
          <a:gradFill flip="none" rotWithShape="1">
            <a:gsLst>
              <a:gs pos="100000">
                <a:srgbClr val="83A62A"/>
              </a:gs>
              <a:gs pos="0">
                <a:schemeClr val="tx1"/>
              </a:gs>
              <a:gs pos="9000">
                <a:schemeClr val="tx1"/>
              </a:gs>
              <a:gs pos="24000">
                <a:schemeClr val="accent3">
                  <a:lumMod val="50000"/>
                </a:schemeClr>
              </a:gs>
              <a:gs pos="61000">
                <a:srgbClr val="83A62A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innerShdw blurRad="63500" dist="1016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CuadroTexto"/>
          <p:cNvSpPr txBox="1"/>
          <p:nvPr/>
        </p:nvSpPr>
        <p:spPr>
          <a:xfrm>
            <a:off x="2915816" y="-33159"/>
            <a:ext cx="32624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Componentes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1"/>
            <a:ext cx="713290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6178" y="6309320"/>
            <a:ext cx="451366" cy="365125"/>
          </a:xfrm>
        </p:spPr>
        <p:txBody>
          <a:bodyPr/>
          <a:lstStyle/>
          <a:p>
            <a:fld id="{DAD8BA2F-E335-4939-99DC-A7E50E548284}" type="slidenum">
              <a: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</a:t>
            </a:fld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2" name="291 CuadroTexto"/>
          <p:cNvSpPr txBox="1"/>
          <p:nvPr/>
        </p:nvSpPr>
        <p:spPr>
          <a:xfrm>
            <a:off x="2834383" y="692696"/>
            <a:ext cx="42578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u="sng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Distribuidor</a:t>
            </a:r>
            <a:r>
              <a:rPr lang="es-ES" sz="28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(repartidor)</a:t>
            </a:r>
            <a:endParaRPr lang="es-ES" sz="2800" b="1" u="sng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667" y="1628800"/>
            <a:ext cx="2181225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5004048" y="2348880"/>
            <a:ext cx="1080000" cy="108012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5 Conector recto"/>
          <p:cNvCxnSpPr>
            <a:endCxn id="4" idx="0"/>
          </p:cNvCxnSpPr>
          <p:nvPr/>
        </p:nvCxnSpPr>
        <p:spPr>
          <a:xfrm>
            <a:off x="5544048" y="1215916"/>
            <a:ext cx="0" cy="113296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Conector recto"/>
          <p:cNvCxnSpPr/>
          <p:nvPr/>
        </p:nvCxnSpPr>
        <p:spPr>
          <a:xfrm>
            <a:off x="5004048" y="3448164"/>
            <a:ext cx="0" cy="113296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"/>
          <p:cNvCxnSpPr/>
          <p:nvPr/>
        </p:nvCxnSpPr>
        <p:spPr>
          <a:xfrm>
            <a:off x="5220072" y="3448164"/>
            <a:ext cx="0" cy="113296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13 Conector recto"/>
          <p:cNvCxnSpPr/>
          <p:nvPr/>
        </p:nvCxnSpPr>
        <p:spPr>
          <a:xfrm>
            <a:off x="5652120" y="3448164"/>
            <a:ext cx="0" cy="113296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14 Conector recto"/>
          <p:cNvCxnSpPr/>
          <p:nvPr/>
        </p:nvCxnSpPr>
        <p:spPr>
          <a:xfrm>
            <a:off x="5436096" y="3448164"/>
            <a:ext cx="0" cy="113296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"/>
          <p:cNvCxnSpPr/>
          <p:nvPr/>
        </p:nvCxnSpPr>
        <p:spPr>
          <a:xfrm>
            <a:off x="6084168" y="3429000"/>
            <a:ext cx="0" cy="113296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8 Conector recto"/>
          <p:cNvCxnSpPr/>
          <p:nvPr/>
        </p:nvCxnSpPr>
        <p:spPr>
          <a:xfrm>
            <a:off x="5652120" y="4014646"/>
            <a:ext cx="431928" cy="0"/>
          </a:xfrm>
          <a:prstGeom prst="line">
            <a:avLst/>
          </a:prstGeom>
          <a:ln w="571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9 CuadroTexto"/>
          <p:cNvSpPr txBox="1"/>
          <p:nvPr/>
        </p:nvSpPr>
        <p:spPr>
          <a:xfrm>
            <a:off x="5698520" y="1597732"/>
            <a:ext cx="1553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1 entrada</a:t>
            </a:r>
          </a:p>
        </p:txBody>
      </p:sp>
      <p:sp>
        <p:nvSpPr>
          <p:cNvPr id="20" name="19 CuadroTexto"/>
          <p:cNvSpPr txBox="1"/>
          <p:nvPr/>
        </p:nvSpPr>
        <p:spPr>
          <a:xfrm>
            <a:off x="6186722" y="3759423"/>
            <a:ext cx="15359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salidas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10 CuadroTexto"/>
          <p:cNvSpPr txBox="1"/>
          <p:nvPr/>
        </p:nvSpPr>
        <p:spPr>
          <a:xfrm>
            <a:off x="4427984" y="4797152"/>
            <a:ext cx="44582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s-ES" sz="2000" b="1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d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=pérdidas de distribución (paso)</a:t>
            </a:r>
          </a:p>
          <a:p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F</a:t>
            </a:r>
            <a:r>
              <a:rPr lang="es-ES" sz="2000" b="1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d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= figura de ruido del distribuidor=</a:t>
            </a: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s-ES" sz="2000" b="1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d</a:t>
            </a: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40908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Forma en L"/>
          <p:cNvSpPr/>
          <p:nvPr/>
        </p:nvSpPr>
        <p:spPr>
          <a:xfrm rot="5400000">
            <a:off x="1108166" y="-1177835"/>
            <a:ext cx="6891161" cy="9180514"/>
          </a:xfrm>
          <a:prstGeom prst="corner">
            <a:avLst>
              <a:gd name="adj1" fmla="val 9937"/>
              <a:gd name="adj2" fmla="val 10583"/>
            </a:avLst>
          </a:prstGeom>
          <a:gradFill flip="none" rotWithShape="1">
            <a:gsLst>
              <a:gs pos="100000">
                <a:srgbClr val="83A62A"/>
              </a:gs>
              <a:gs pos="0">
                <a:schemeClr val="tx1"/>
              </a:gs>
              <a:gs pos="9000">
                <a:schemeClr val="tx1"/>
              </a:gs>
              <a:gs pos="24000">
                <a:schemeClr val="accent3">
                  <a:lumMod val="50000"/>
                </a:schemeClr>
              </a:gs>
              <a:gs pos="61000">
                <a:srgbClr val="83A62A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innerShdw blurRad="63500" dist="1016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CuadroTexto"/>
          <p:cNvSpPr txBox="1"/>
          <p:nvPr/>
        </p:nvSpPr>
        <p:spPr>
          <a:xfrm>
            <a:off x="2915816" y="-33159"/>
            <a:ext cx="32624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Componentes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1"/>
            <a:ext cx="713290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6178" y="6309320"/>
            <a:ext cx="451366" cy="365125"/>
          </a:xfrm>
        </p:spPr>
        <p:txBody>
          <a:bodyPr/>
          <a:lstStyle/>
          <a:p>
            <a:fld id="{DAD8BA2F-E335-4939-99DC-A7E50E548284}" type="slidenum">
              <a: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37</a:t>
            </a:fld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2" name="291 CuadroTexto"/>
          <p:cNvSpPr txBox="1"/>
          <p:nvPr/>
        </p:nvSpPr>
        <p:spPr>
          <a:xfrm>
            <a:off x="2699792" y="692696"/>
            <a:ext cx="42578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u="sng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Distribuidor</a:t>
            </a:r>
            <a:r>
              <a:rPr lang="es-ES" sz="28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(repartidor)</a:t>
            </a:r>
            <a:endParaRPr lang="es-ES" sz="2800" b="1" u="sng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4005064"/>
            <a:ext cx="8392267" cy="1226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268760"/>
            <a:ext cx="3838575" cy="196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5292080" y="1556792"/>
            <a:ext cx="29162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Repartidor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F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5D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Televés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21 Rectángulo redondeado"/>
          <p:cNvSpPr/>
          <p:nvPr/>
        </p:nvSpPr>
        <p:spPr>
          <a:xfrm>
            <a:off x="671693" y="4417268"/>
            <a:ext cx="8392267" cy="21602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22 Rectángulo redondeado"/>
          <p:cNvSpPr/>
          <p:nvPr/>
        </p:nvSpPr>
        <p:spPr>
          <a:xfrm>
            <a:off x="636068" y="4641261"/>
            <a:ext cx="8392267" cy="21602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7 Rectángulo"/>
          <p:cNvSpPr/>
          <p:nvPr/>
        </p:nvSpPr>
        <p:spPr>
          <a:xfrm>
            <a:off x="839626" y="3219625"/>
            <a:ext cx="76370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CC"/>
                </a:solidFill>
              </a:rPr>
              <a:t>https://</a:t>
            </a:r>
            <a:r>
              <a:rPr lang="en-US" dirty="0" err="1">
                <a:solidFill>
                  <a:srgbClr val="0000CC"/>
                </a:solidFill>
              </a:rPr>
              <a:t>www.televes.com</a:t>
            </a:r>
            <a:r>
              <a:rPr lang="en-US" dirty="0">
                <a:solidFill>
                  <a:srgbClr val="0000CC"/>
                </a:solidFill>
              </a:rPr>
              <a:t>/</a:t>
            </a:r>
            <a:r>
              <a:rPr lang="en-US" dirty="0" err="1">
                <a:solidFill>
                  <a:srgbClr val="0000CC"/>
                </a:solidFill>
              </a:rPr>
              <a:t>es</a:t>
            </a:r>
            <a:r>
              <a:rPr lang="en-US" dirty="0">
                <a:solidFill>
                  <a:srgbClr val="0000CC"/>
                </a:solidFill>
              </a:rPr>
              <a:t>/catalog/product/view/id/399/s/</a:t>
            </a:r>
            <a:r>
              <a:rPr lang="en-US" dirty="0" err="1">
                <a:solidFill>
                  <a:srgbClr val="0000CC"/>
                </a:solidFill>
              </a:rPr>
              <a:t>5153-Repartidor%20F%205D</a:t>
            </a:r>
            <a:r>
              <a:rPr lang="en-US" dirty="0">
                <a:solidFill>
                  <a:srgbClr val="0000CC"/>
                </a:solidFill>
              </a:rPr>
              <a:t>/category/371/</a:t>
            </a:r>
          </a:p>
        </p:txBody>
      </p:sp>
    </p:spTree>
    <p:extLst>
      <p:ext uri="{BB962C8B-B14F-4D97-AF65-F5344CB8AC3E}">
        <p14:creationId xmlns:p14="http://schemas.microsoft.com/office/powerpoint/2010/main" val="39607399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Forma en L"/>
          <p:cNvSpPr/>
          <p:nvPr/>
        </p:nvSpPr>
        <p:spPr>
          <a:xfrm rot="5400000">
            <a:off x="1108166" y="-1177835"/>
            <a:ext cx="6891161" cy="9180514"/>
          </a:xfrm>
          <a:prstGeom prst="corner">
            <a:avLst>
              <a:gd name="adj1" fmla="val 9937"/>
              <a:gd name="adj2" fmla="val 10583"/>
            </a:avLst>
          </a:prstGeom>
          <a:gradFill flip="none" rotWithShape="1">
            <a:gsLst>
              <a:gs pos="100000">
                <a:srgbClr val="83A62A"/>
              </a:gs>
              <a:gs pos="0">
                <a:schemeClr val="tx1"/>
              </a:gs>
              <a:gs pos="9000">
                <a:schemeClr val="tx1"/>
              </a:gs>
              <a:gs pos="24000">
                <a:schemeClr val="accent3">
                  <a:lumMod val="50000"/>
                </a:schemeClr>
              </a:gs>
              <a:gs pos="61000">
                <a:srgbClr val="83A62A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innerShdw blurRad="63500" dist="1016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CuadroTexto"/>
          <p:cNvSpPr txBox="1"/>
          <p:nvPr/>
        </p:nvSpPr>
        <p:spPr>
          <a:xfrm>
            <a:off x="2915816" y="-33159"/>
            <a:ext cx="32624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Componentes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1"/>
            <a:ext cx="713290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6178" y="6309320"/>
            <a:ext cx="451366" cy="365125"/>
          </a:xfrm>
        </p:spPr>
        <p:txBody>
          <a:bodyPr/>
          <a:lstStyle/>
          <a:p>
            <a:fld id="{DAD8BA2F-E335-4939-99DC-A7E50E548284}" type="slidenum">
              <a: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38</a:t>
            </a:fld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2" name="291 CuadroTexto"/>
          <p:cNvSpPr txBox="1"/>
          <p:nvPr/>
        </p:nvSpPr>
        <p:spPr>
          <a:xfrm>
            <a:off x="3575656" y="692696"/>
            <a:ext cx="18630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u="sng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Derivador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591" y="1571546"/>
            <a:ext cx="3456384" cy="2273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" name="9 Conector recto"/>
          <p:cNvCxnSpPr/>
          <p:nvPr/>
        </p:nvCxnSpPr>
        <p:spPr>
          <a:xfrm>
            <a:off x="3854491" y="3000753"/>
            <a:ext cx="112540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recto"/>
          <p:cNvCxnSpPr/>
          <p:nvPr/>
        </p:nvCxnSpPr>
        <p:spPr>
          <a:xfrm>
            <a:off x="5316009" y="3304148"/>
            <a:ext cx="0" cy="113296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18 CuadroTexto"/>
          <p:cNvSpPr txBox="1"/>
          <p:nvPr/>
        </p:nvSpPr>
        <p:spPr>
          <a:xfrm>
            <a:off x="1870975" y="4631019"/>
            <a:ext cx="72667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F</a:t>
            </a:r>
            <a:r>
              <a:rPr lang="es-ES" sz="2000" b="1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der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= figura de ruido del derivador=</a:t>
            </a: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s-ES" sz="2000" b="1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p</a:t>
            </a:r>
            <a:r>
              <a:rPr lang="es-ES" sz="2000" baseline="-25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, </a:t>
            </a: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s-ES" sz="2000" b="1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der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(según la dirección)</a:t>
            </a: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4 Elipse"/>
          <p:cNvSpPr/>
          <p:nvPr/>
        </p:nvSpPr>
        <p:spPr>
          <a:xfrm>
            <a:off x="4979899" y="2656076"/>
            <a:ext cx="672221" cy="648072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21 Conector recto"/>
          <p:cNvCxnSpPr/>
          <p:nvPr/>
        </p:nvCxnSpPr>
        <p:spPr>
          <a:xfrm flipV="1">
            <a:off x="5661305" y="2980112"/>
            <a:ext cx="1214951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24 CuadroTexto"/>
          <p:cNvSpPr txBox="1"/>
          <p:nvPr/>
        </p:nvSpPr>
        <p:spPr>
          <a:xfrm>
            <a:off x="4032645" y="1863987"/>
            <a:ext cx="25667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s-ES" sz="2000" b="1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p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=pérdidas de paso</a:t>
            </a:r>
          </a:p>
        </p:txBody>
      </p:sp>
      <p:sp>
        <p:nvSpPr>
          <p:cNvPr id="21" name="20 Flecha doblada hacia arriba"/>
          <p:cNvSpPr/>
          <p:nvPr/>
        </p:nvSpPr>
        <p:spPr>
          <a:xfrm rot="10800000" flipH="1">
            <a:off x="4334396" y="3232140"/>
            <a:ext cx="669652" cy="561918"/>
          </a:xfrm>
          <a:prstGeom prst="bentUp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19 Flecha derecha"/>
          <p:cNvSpPr/>
          <p:nvPr/>
        </p:nvSpPr>
        <p:spPr>
          <a:xfrm>
            <a:off x="4417195" y="2264097"/>
            <a:ext cx="1234925" cy="247963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27 Flecha doblada hacia arriba"/>
          <p:cNvSpPr/>
          <p:nvPr/>
        </p:nvSpPr>
        <p:spPr>
          <a:xfrm rot="5400000" flipH="1">
            <a:off x="5630540" y="3232140"/>
            <a:ext cx="669652" cy="561918"/>
          </a:xfrm>
          <a:prstGeom prst="bentUp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28 CuadroTexto"/>
          <p:cNvSpPr txBox="1"/>
          <p:nvPr/>
        </p:nvSpPr>
        <p:spPr>
          <a:xfrm>
            <a:off x="2051720" y="3808204"/>
            <a:ext cx="3342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s-ES" sz="2000" b="1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der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=pérdidas de derivación</a:t>
            </a:r>
          </a:p>
        </p:txBody>
      </p:sp>
      <p:sp>
        <p:nvSpPr>
          <p:cNvPr id="30" name="29 CuadroTexto"/>
          <p:cNvSpPr txBox="1"/>
          <p:nvPr/>
        </p:nvSpPr>
        <p:spPr>
          <a:xfrm>
            <a:off x="5520892" y="4008259"/>
            <a:ext cx="36231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desacoplo derivaciones-salida</a:t>
            </a:r>
          </a:p>
        </p:txBody>
      </p:sp>
    </p:spTree>
    <p:extLst>
      <p:ext uri="{BB962C8B-B14F-4D97-AF65-F5344CB8AC3E}">
        <p14:creationId xmlns:p14="http://schemas.microsoft.com/office/powerpoint/2010/main" val="12192944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88" y="1124744"/>
            <a:ext cx="3152948" cy="2973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Forma en L"/>
          <p:cNvSpPr/>
          <p:nvPr/>
        </p:nvSpPr>
        <p:spPr>
          <a:xfrm rot="5400000">
            <a:off x="1108166" y="-1177835"/>
            <a:ext cx="6891161" cy="9180514"/>
          </a:xfrm>
          <a:prstGeom prst="corner">
            <a:avLst>
              <a:gd name="adj1" fmla="val 9937"/>
              <a:gd name="adj2" fmla="val 10583"/>
            </a:avLst>
          </a:prstGeom>
          <a:gradFill flip="none" rotWithShape="1">
            <a:gsLst>
              <a:gs pos="100000">
                <a:srgbClr val="83A62A"/>
              </a:gs>
              <a:gs pos="0">
                <a:schemeClr val="tx1"/>
              </a:gs>
              <a:gs pos="9000">
                <a:schemeClr val="tx1"/>
              </a:gs>
              <a:gs pos="24000">
                <a:schemeClr val="accent3">
                  <a:lumMod val="50000"/>
                </a:schemeClr>
              </a:gs>
              <a:gs pos="61000">
                <a:srgbClr val="83A62A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innerShdw blurRad="63500" dist="1016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CuadroTexto"/>
          <p:cNvSpPr txBox="1"/>
          <p:nvPr/>
        </p:nvSpPr>
        <p:spPr>
          <a:xfrm>
            <a:off x="2915816" y="-33159"/>
            <a:ext cx="32624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Componentes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1"/>
            <a:ext cx="713290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6178" y="6309320"/>
            <a:ext cx="451366" cy="365125"/>
          </a:xfrm>
        </p:spPr>
        <p:txBody>
          <a:bodyPr/>
          <a:lstStyle/>
          <a:p>
            <a:fld id="{DAD8BA2F-E335-4939-99DC-A7E50E548284}" type="slidenum">
              <a: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39</a:t>
            </a:fld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2" name="291 CuadroTexto"/>
          <p:cNvSpPr txBox="1"/>
          <p:nvPr/>
        </p:nvSpPr>
        <p:spPr>
          <a:xfrm>
            <a:off x="3575656" y="692696"/>
            <a:ext cx="18630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u="sng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Derivador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4581675"/>
            <a:ext cx="8124031" cy="15116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22 Rectángulo redondeado"/>
          <p:cNvSpPr/>
          <p:nvPr/>
        </p:nvSpPr>
        <p:spPr>
          <a:xfrm>
            <a:off x="899592" y="4945621"/>
            <a:ext cx="8164368" cy="21602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23 Rectángulo redondeado"/>
          <p:cNvSpPr/>
          <p:nvPr/>
        </p:nvSpPr>
        <p:spPr>
          <a:xfrm>
            <a:off x="887717" y="5301755"/>
            <a:ext cx="8164368" cy="21602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25 Rectángulo redondeado"/>
          <p:cNvSpPr/>
          <p:nvPr/>
        </p:nvSpPr>
        <p:spPr>
          <a:xfrm>
            <a:off x="910709" y="5517779"/>
            <a:ext cx="8164368" cy="21602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3 Rectángulo"/>
          <p:cNvSpPr/>
          <p:nvPr/>
        </p:nvSpPr>
        <p:spPr>
          <a:xfrm>
            <a:off x="4211960" y="1686058"/>
            <a:ext cx="39421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Mini-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derivador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EasyF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2D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Televés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6" name="5 Rectángulo"/>
          <p:cNvSpPr/>
          <p:nvPr/>
        </p:nvSpPr>
        <p:spPr>
          <a:xfrm>
            <a:off x="1296125" y="4129994"/>
            <a:ext cx="68580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CC"/>
                </a:solidFill>
              </a:rPr>
              <a:t>https://</a:t>
            </a:r>
            <a:r>
              <a:rPr lang="en-US" dirty="0" err="1">
                <a:solidFill>
                  <a:srgbClr val="0000CC"/>
                </a:solidFill>
              </a:rPr>
              <a:t>www.televes.com</a:t>
            </a:r>
            <a:r>
              <a:rPr lang="en-US" dirty="0">
                <a:solidFill>
                  <a:srgbClr val="0000CC"/>
                </a:solidFill>
              </a:rPr>
              <a:t>/</a:t>
            </a:r>
            <a:r>
              <a:rPr lang="en-US" dirty="0" err="1">
                <a:solidFill>
                  <a:srgbClr val="0000CC"/>
                </a:solidFill>
              </a:rPr>
              <a:t>es</a:t>
            </a:r>
            <a:r>
              <a:rPr lang="en-US" dirty="0">
                <a:solidFill>
                  <a:srgbClr val="0000CC"/>
                </a:solidFill>
              </a:rPr>
              <a:t>/542503-mini-</a:t>
            </a:r>
            <a:r>
              <a:rPr lang="en-US" dirty="0" err="1">
                <a:solidFill>
                  <a:srgbClr val="0000CC"/>
                </a:solidFill>
              </a:rPr>
              <a:t>derivador</a:t>
            </a:r>
            <a:r>
              <a:rPr lang="en-US" dirty="0">
                <a:solidFill>
                  <a:srgbClr val="0000CC"/>
                </a:solidFill>
              </a:rPr>
              <a:t>-</a:t>
            </a:r>
            <a:r>
              <a:rPr lang="en-US" dirty="0" err="1">
                <a:solidFill>
                  <a:srgbClr val="0000CC"/>
                </a:solidFill>
              </a:rPr>
              <a:t>easyf-2d.html</a:t>
            </a:r>
            <a:endParaRPr lang="en-US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94852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Forma en L"/>
          <p:cNvSpPr/>
          <p:nvPr/>
        </p:nvSpPr>
        <p:spPr>
          <a:xfrm rot="5400000">
            <a:off x="1108166" y="-1177835"/>
            <a:ext cx="6891161" cy="9180514"/>
          </a:xfrm>
          <a:prstGeom prst="corner">
            <a:avLst>
              <a:gd name="adj1" fmla="val 9937"/>
              <a:gd name="adj2" fmla="val 10583"/>
            </a:avLst>
          </a:prstGeom>
          <a:gradFill flip="none" rotWithShape="1">
            <a:gsLst>
              <a:gs pos="100000">
                <a:srgbClr val="83A62A"/>
              </a:gs>
              <a:gs pos="0">
                <a:schemeClr val="tx1"/>
              </a:gs>
              <a:gs pos="9000">
                <a:schemeClr val="tx1"/>
              </a:gs>
              <a:gs pos="24000">
                <a:schemeClr val="accent3">
                  <a:lumMod val="50000"/>
                </a:schemeClr>
              </a:gs>
              <a:gs pos="61000">
                <a:srgbClr val="83A62A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innerShdw blurRad="63500" dist="1016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CuadroTexto"/>
          <p:cNvSpPr txBox="1"/>
          <p:nvPr/>
        </p:nvSpPr>
        <p:spPr>
          <a:xfrm>
            <a:off x="2915816" y="-33159"/>
            <a:ext cx="32624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Componentes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1"/>
            <a:ext cx="713290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6178" y="6309320"/>
            <a:ext cx="451366" cy="365125"/>
          </a:xfrm>
        </p:spPr>
        <p:txBody>
          <a:bodyPr/>
          <a:lstStyle/>
          <a:p>
            <a:fld id="{DAD8BA2F-E335-4939-99DC-A7E50E548284}" type="slidenum">
              <a: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</a:t>
            </a:fld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2" name="291 CuadroTexto"/>
          <p:cNvSpPr txBox="1"/>
          <p:nvPr/>
        </p:nvSpPr>
        <p:spPr>
          <a:xfrm>
            <a:off x="2952038" y="692696"/>
            <a:ext cx="3780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u="sng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Línea de transmisión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412776"/>
            <a:ext cx="2664296" cy="2635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3 Cilindro"/>
          <p:cNvSpPr/>
          <p:nvPr/>
        </p:nvSpPr>
        <p:spPr>
          <a:xfrm rot="5400000">
            <a:off x="6192363" y="584867"/>
            <a:ext cx="288032" cy="3528026"/>
          </a:xfrm>
          <a:prstGeom prst="can">
            <a:avLst>
              <a:gd name="adj" fmla="val 75914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5 Conector recto de flecha"/>
          <p:cNvCxnSpPr/>
          <p:nvPr/>
        </p:nvCxnSpPr>
        <p:spPr>
          <a:xfrm>
            <a:off x="4658152" y="2730285"/>
            <a:ext cx="3442240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7 CuadroTexto"/>
          <p:cNvSpPr txBox="1"/>
          <p:nvPr/>
        </p:nvSpPr>
        <p:spPr>
          <a:xfrm>
            <a:off x="5652120" y="2730285"/>
            <a:ext cx="1332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= longitud</a:t>
            </a:r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12 CuadroTexto"/>
          <p:cNvSpPr txBox="1"/>
          <p:nvPr/>
        </p:nvSpPr>
        <p:spPr>
          <a:xfrm>
            <a:off x="4319704" y="4066509"/>
            <a:ext cx="433163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</a:t>
            </a:r>
            <a:r>
              <a:rPr lang="es-ES" sz="2000" b="1" baseline="-25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= pérdidas de propagación (dB/m)</a:t>
            </a:r>
          </a:p>
          <a:p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 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=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perdidas totales=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</a:t>
            </a:r>
            <a:r>
              <a:rPr lang="es-ES" sz="2000" b="1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·L</a:t>
            </a:r>
            <a:endParaRPr lang="es-ES" sz="2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factor de ruido=10</a:t>
            </a:r>
            <a:r>
              <a:rPr lang="es-ES" sz="2000" b="1" baseline="30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/10</a:t>
            </a:r>
          </a:p>
          <a:p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Impedancia= 75 </a:t>
            </a:r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Ω</a:t>
            </a:r>
            <a:endParaRPr lang="es-ES" sz="2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endParaRPr lang="es-E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3091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155500"/>
            <a:ext cx="2664296" cy="2635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Forma en L"/>
          <p:cNvSpPr/>
          <p:nvPr/>
        </p:nvSpPr>
        <p:spPr>
          <a:xfrm rot="5400000">
            <a:off x="1108166" y="-1177835"/>
            <a:ext cx="6891161" cy="9180514"/>
          </a:xfrm>
          <a:prstGeom prst="corner">
            <a:avLst>
              <a:gd name="adj1" fmla="val 9937"/>
              <a:gd name="adj2" fmla="val 10583"/>
            </a:avLst>
          </a:prstGeom>
          <a:gradFill flip="none" rotWithShape="1">
            <a:gsLst>
              <a:gs pos="100000">
                <a:srgbClr val="83A62A"/>
              </a:gs>
              <a:gs pos="0">
                <a:schemeClr val="tx1"/>
              </a:gs>
              <a:gs pos="9000">
                <a:schemeClr val="tx1"/>
              </a:gs>
              <a:gs pos="24000">
                <a:schemeClr val="accent3">
                  <a:lumMod val="50000"/>
                </a:schemeClr>
              </a:gs>
              <a:gs pos="61000">
                <a:srgbClr val="83A62A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innerShdw blurRad="63500" dist="1016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CuadroTexto"/>
          <p:cNvSpPr txBox="1"/>
          <p:nvPr/>
        </p:nvSpPr>
        <p:spPr>
          <a:xfrm>
            <a:off x="2915816" y="-33159"/>
            <a:ext cx="32624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Componentes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1"/>
            <a:ext cx="713290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6178" y="6309320"/>
            <a:ext cx="451366" cy="365125"/>
          </a:xfrm>
        </p:spPr>
        <p:txBody>
          <a:bodyPr/>
          <a:lstStyle/>
          <a:p>
            <a:fld id="{DAD8BA2F-E335-4939-99DC-A7E50E548284}" type="slidenum">
              <a: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41</a:t>
            </a:fld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2" name="291 CuadroTexto"/>
          <p:cNvSpPr txBox="1"/>
          <p:nvPr/>
        </p:nvSpPr>
        <p:spPr>
          <a:xfrm>
            <a:off x="2952038" y="692696"/>
            <a:ext cx="3780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u="sng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Línea de transmisión</a:t>
            </a:r>
          </a:p>
        </p:txBody>
      </p:sp>
      <p:sp>
        <p:nvSpPr>
          <p:cNvPr id="5" name="4 Rectángulo"/>
          <p:cNvSpPr/>
          <p:nvPr/>
        </p:nvSpPr>
        <p:spPr>
          <a:xfrm>
            <a:off x="2555776" y="3203684"/>
            <a:ext cx="66784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CC"/>
                </a:solidFill>
              </a:rPr>
              <a:t>https://</a:t>
            </a:r>
            <a:r>
              <a:rPr lang="en-US" dirty="0" err="1">
                <a:solidFill>
                  <a:srgbClr val="0000CC"/>
                </a:solidFill>
              </a:rPr>
              <a:t>www.televes.com</a:t>
            </a:r>
            <a:r>
              <a:rPr lang="en-US" dirty="0">
                <a:solidFill>
                  <a:srgbClr val="0000CC"/>
                </a:solidFill>
              </a:rPr>
              <a:t>/</a:t>
            </a:r>
            <a:r>
              <a:rPr lang="en-US" dirty="0" err="1">
                <a:solidFill>
                  <a:srgbClr val="0000CC"/>
                </a:solidFill>
              </a:rPr>
              <a:t>es</a:t>
            </a:r>
            <a:r>
              <a:rPr lang="en-US" dirty="0">
                <a:solidFill>
                  <a:srgbClr val="0000CC"/>
                </a:solidFill>
              </a:rPr>
              <a:t>/2141-cable-coaxial-</a:t>
            </a:r>
            <a:r>
              <a:rPr lang="en-US" dirty="0" err="1">
                <a:solidFill>
                  <a:srgbClr val="0000CC"/>
                </a:solidFill>
              </a:rPr>
              <a:t>t100plus</a:t>
            </a:r>
            <a:r>
              <a:rPr lang="en-US" dirty="0">
                <a:solidFill>
                  <a:srgbClr val="0000CC"/>
                </a:solidFill>
              </a:rPr>
              <a:t>-</a:t>
            </a:r>
            <a:r>
              <a:rPr lang="en-US" dirty="0" err="1">
                <a:solidFill>
                  <a:srgbClr val="0000CC"/>
                </a:solidFill>
              </a:rPr>
              <a:t>16vrtc.html</a:t>
            </a:r>
            <a:endParaRPr lang="en-US" dirty="0">
              <a:solidFill>
                <a:srgbClr val="0000CC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284" y="4149080"/>
            <a:ext cx="8287709" cy="2538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8 Rectángulo"/>
          <p:cNvSpPr/>
          <p:nvPr/>
        </p:nvSpPr>
        <p:spPr>
          <a:xfrm>
            <a:off x="3520504" y="1700808"/>
            <a:ext cx="47372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Cable coaxial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T100plus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16VRtC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Televés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696998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Forma en L"/>
          <p:cNvSpPr/>
          <p:nvPr/>
        </p:nvSpPr>
        <p:spPr>
          <a:xfrm rot="5400000">
            <a:off x="1108166" y="-1177835"/>
            <a:ext cx="6891161" cy="9180514"/>
          </a:xfrm>
          <a:prstGeom prst="corner">
            <a:avLst>
              <a:gd name="adj1" fmla="val 9937"/>
              <a:gd name="adj2" fmla="val 10583"/>
            </a:avLst>
          </a:prstGeom>
          <a:gradFill flip="none" rotWithShape="1">
            <a:gsLst>
              <a:gs pos="100000">
                <a:srgbClr val="83A62A"/>
              </a:gs>
              <a:gs pos="0">
                <a:schemeClr val="tx1"/>
              </a:gs>
              <a:gs pos="9000">
                <a:schemeClr val="tx1"/>
              </a:gs>
              <a:gs pos="24000">
                <a:schemeClr val="accent3">
                  <a:lumMod val="50000"/>
                </a:schemeClr>
              </a:gs>
              <a:gs pos="61000">
                <a:srgbClr val="83A62A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innerShdw blurRad="63500" dist="1016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CuadroTexto"/>
          <p:cNvSpPr txBox="1"/>
          <p:nvPr/>
        </p:nvSpPr>
        <p:spPr>
          <a:xfrm>
            <a:off x="2915816" y="-33159"/>
            <a:ext cx="32624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Componentes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1"/>
            <a:ext cx="713290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6178" y="6309320"/>
            <a:ext cx="451366" cy="365125"/>
          </a:xfrm>
        </p:spPr>
        <p:txBody>
          <a:bodyPr/>
          <a:lstStyle/>
          <a:p>
            <a:fld id="{DAD8BA2F-E335-4939-99DC-A7E50E548284}" type="slidenum">
              <a: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42</a:t>
            </a:fld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2" name="291 CuadroTexto"/>
          <p:cNvSpPr txBox="1"/>
          <p:nvPr/>
        </p:nvSpPr>
        <p:spPr>
          <a:xfrm>
            <a:off x="3131840" y="692696"/>
            <a:ext cx="32341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u="sng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Tomas de usuario</a:t>
            </a:r>
          </a:p>
        </p:txBody>
      </p:sp>
      <p:sp>
        <p:nvSpPr>
          <p:cNvPr id="44" name="43 CuadroTexto"/>
          <p:cNvSpPr txBox="1"/>
          <p:nvPr/>
        </p:nvSpPr>
        <p:spPr>
          <a:xfrm>
            <a:off x="3419872" y="1870336"/>
            <a:ext cx="52565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Conexión del usuario final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844824"/>
            <a:ext cx="2304846" cy="2131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8 CuadroTexto"/>
          <p:cNvSpPr txBox="1"/>
          <p:nvPr/>
        </p:nvSpPr>
        <p:spPr>
          <a:xfrm>
            <a:off x="3563888" y="3175718"/>
            <a:ext cx="3014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s-ES" sz="2000" b="1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=pérdidas de inserción</a:t>
            </a:r>
          </a:p>
        </p:txBody>
      </p:sp>
      <p:sp>
        <p:nvSpPr>
          <p:cNvPr id="10" name="9 CuadroTexto"/>
          <p:cNvSpPr txBox="1"/>
          <p:nvPr/>
        </p:nvSpPr>
        <p:spPr>
          <a:xfrm>
            <a:off x="3563888" y="3575828"/>
            <a:ext cx="43540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F</a:t>
            </a:r>
            <a:r>
              <a:rPr lang="es-ES" sz="2000" b="1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toma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=Figura de ruido de la toma=</a:t>
            </a: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s-ES" sz="2000" b="1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</a:t>
            </a:r>
            <a:endParaRPr lang="es-ES" sz="2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</p:txBody>
      </p:sp>
    </p:spTree>
    <p:extLst>
      <p:ext uri="{BB962C8B-B14F-4D97-AF65-F5344CB8AC3E}">
        <p14:creationId xmlns:p14="http://schemas.microsoft.com/office/powerpoint/2010/main" val="17132491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Forma en L"/>
          <p:cNvSpPr/>
          <p:nvPr/>
        </p:nvSpPr>
        <p:spPr>
          <a:xfrm rot="5400000">
            <a:off x="1108166" y="-1177835"/>
            <a:ext cx="6891161" cy="9180514"/>
          </a:xfrm>
          <a:prstGeom prst="corner">
            <a:avLst>
              <a:gd name="adj1" fmla="val 9937"/>
              <a:gd name="adj2" fmla="val 10583"/>
            </a:avLst>
          </a:prstGeom>
          <a:gradFill flip="none" rotWithShape="1">
            <a:gsLst>
              <a:gs pos="100000">
                <a:srgbClr val="83A62A"/>
              </a:gs>
              <a:gs pos="0">
                <a:schemeClr val="tx1"/>
              </a:gs>
              <a:gs pos="9000">
                <a:schemeClr val="tx1"/>
              </a:gs>
              <a:gs pos="24000">
                <a:schemeClr val="accent3">
                  <a:lumMod val="50000"/>
                </a:schemeClr>
              </a:gs>
              <a:gs pos="61000">
                <a:srgbClr val="83A62A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innerShdw blurRad="63500" dist="1016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CuadroTexto"/>
          <p:cNvSpPr txBox="1"/>
          <p:nvPr/>
        </p:nvSpPr>
        <p:spPr>
          <a:xfrm>
            <a:off x="2915816" y="-33159"/>
            <a:ext cx="32624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Componentes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1"/>
            <a:ext cx="713290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6178" y="6309320"/>
            <a:ext cx="451366" cy="365125"/>
          </a:xfrm>
        </p:spPr>
        <p:txBody>
          <a:bodyPr/>
          <a:lstStyle/>
          <a:p>
            <a:fld id="{DAD8BA2F-E335-4939-99DC-A7E50E548284}" type="slidenum">
              <a: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43</a:t>
            </a:fld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2" name="291 CuadroTexto"/>
          <p:cNvSpPr txBox="1"/>
          <p:nvPr/>
        </p:nvSpPr>
        <p:spPr>
          <a:xfrm>
            <a:off x="3131840" y="692696"/>
            <a:ext cx="32341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u="sng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Tomas de usuario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341" y="1228381"/>
            <a:ext cx="1895475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1" y="3717032"/>
            <a:ext cx="8071073" cy="203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9 Rectángulo redondeado"/>
          <p:cNvSpPr/>
          <p:nvPr/>
        </p:nvSpPr>
        <p:spPr>
          <a:xfrm>
            <a:off x="899592" y="4981246"/>
            <a:ext cx="8164368" cy="21602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4 Rectángulo"/>
          <p:cNvSpPr/>
          <p:nvPr/>
        </p:nvSpPr>
        <p:spPr>
          <a:xfrm>
            <a:off x="2286000" y="3105835"/>
            <a:ext cx="57423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CC"/>
                </a:solidFill>
              </a:rPr>
              <a:t>https://</a:t>
            </a:r>
            <a:r>
              <a:rPr lang="en-US" dirty="0" err="1">
                <a:solidFill>
                  <a:srgbClr val="0000CC"/>
                </a:solidFill>
              </a:rPr>
              <a:t>www.televes.com</a:t>
            </a:r>
            <a:r>
              <a:rPr lang="en-US" dirty="0">
                <a:solidFill>
                  <a:srgbClr val="0000CC"/>
                </a:solidFill>
              </a:rPr>
              <a:t>/</a:t>
            </a:r>
            <a:r>
              <a:rPr lang="en-US" dirty="0" err="1">
                <a:solidFill>
                  <a:srgbClr val="0000CC"/>
                </a:solidFill>
              </a:rPr>
              <a:t>es</a:t>
            </a:r>
            <a:r>
              <a:rPr lang="en-US" dirty="0">
                <a:solidFill>
                  <a:srgbClr val="0000CC"/>
                </a:solidFill>
              </a:rPr>
              <a:t>/5233-</a:t>
            </a:r>
            <a:r>
              <a:rPr lang="en-US" dirty="0" err="1">
                <a:solidFill>
                  <a:srgbClr val="0000CC"/>
                </a:solidFill>
              </a:rPr>
              <a:t>toma</a:t>
            </a:r>
            <a:r>
              <a:rPr lang="en-US" dirty="0">
                <a:solidFill>
                  <a:srgbClr val="0000CC"/>
                </a:solidFill>
              </a:rPr>
              <a:t>-de-</a:t>
            </a:r>
            <a:r>
              <a:rPr lang="en-US" dirty="0" err="1">
                <a:solidFill>
                  <a:srgbClr val="0000CC"/>
                </a:solidFill>
              </a:rPr>
              <a:t>paso.html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3428850" y="1735349"/>
            <a:ext cx="33607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Toma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paso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5233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Televés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8485761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Forma en L"/>
          <p:cNvSpPr/>
          <p:nvPr/>
        </p:nvSpPr>
        <p:spPr>
          <a:xfrm rot="5400000">
            <a:off x="1108166" y="-1177835"/>
            <a:ext cx="6891161" cy="9180514"/>
          </a:xfrm>
          <a:prstGeom prst="corner">
            <a:avLst>
              <a:gd name="adj1" fmla="val 9937"/>
              <a:gd name="adj2" fmla="val 10583"/>
            </a:avLst>
          </a:prstGeom>
          <a:gradFill flip="none" rotWithShape="1">
            <a:gsLst>
              <a:gs pos="100000">
                <a:srgbClr val="83A62A"/>
              </a:gs>
              <a:gs pos="0">
                <a:schemeClr val="tx1"/>
              </a:gs>
              <a:gs pos="9000">
                <a:schemeClr val="tx1"/>
              </a:gs>
              <a:gs pos="24000">
                <a:schemeClr val="accent3">
                  <a:lumMod val="50000"/>
                </a:schemeClr>
              </a:gs>
              <a:gs pos="61000">
                <a:srgbClr val="83A62A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innerShdw blurRad="63500" dist="1016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CuadroTexto"/>
          <p:cNvSpPr txBox="1"/>
          <p:nvPr/>
        </p:nvSpPr>
        <p:spPr>
          <a:xfrm>
            <a:off x="2915816" y="-33159"/>
            <a:ext cx="32624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Componentes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1"/>
            <a:ext cx="713290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6178" y="6309320"/>
            <a:ext cx="451366" cy="365125"/>
          </a:xfrm>
        </p:spPr>
        <p:txBody>
          <a:bodyPr/>
          <a:lstStyle/>
          <a:p>
            <a:fld id="{DAD8BA2F-E335-4939-99DC-A7E50E548284}" type="slidenum">
              <a: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44</a:t>
            </a:fld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2" name="291 CuadroTexto"/>
          <p:cNvSpPr txBox="1"/>
          <p:nvPr/>
        </p:nvSpPr>
        <p:spPr>
          <a:xfrm>
            <a:off x="4031544" y="692696"/>
            <a:ext cx="14045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u="sng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Cargas</a:t>
            </a:r>
          </a:p>
        </p:txBody>
      </p:sp>
      <p:sp>
        <p:nvSpPr>
          <p:cNvPr id="44" name="43 CuadroTexto"/>
          <p:cNvSpPr txBox="1"/>
          <p:nvPr/>
        </p:nvSpPr>
        <p:spPr>
          <a:xfrm>
            <a:off x="988941" y="3467315"/>
            <a:ext cx="5256584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Terminación de 75 </a:t>
            </a:r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Ω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a poner en cada toma no conectada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Evita reflexiones y ruido adicional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5519" y="1628800"/>
            <a:ext cx="2486025" cy="156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926318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Forma en L"/>
          <p:cNvSpPr/>
          <p:nvPr/>
        </p:nvSpPr>
        <p:spPr>
          <a:xfrm rot="5400000">
            <a:off x="1108166" y="-1177835"/>
            <a:ext cx="6891161" cy="9180514"/>
          </a:xfrm>
          <a:prstGeom prst="corner">
            <a:avLst>
              <a:gd name="adj1" fmla="val 9937"/>
              <a:gd name="adj2" fmla="val 10583"/>
            </a:avLst>
          </a:prstGeom>
          <a:gradFill flip="none" rotWithShape="1">
            <a:gsLst>
              <a:gs pos="100000">
                <a:srgbClr val="83A62A"/>
              </a:gs>
              <a:gs pos="0">
                <a:schemeClr val="tx1"/>
              </a:gs>
              <a:gs pos="9000">
                <a:schemeClr val="tx1"/>
              </a:gs>
              <a:gs pos="24000">
                <a:schemeClr val="accent3">
                  <a:lumMod val="50000"/>
                </a:schemeClr>
              </a:gs>
              <a:gs pos="61000">
                <a:srgbClr val="83A62A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innerShdw blurRad="63500" dist="1016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CuadroTexto"/>
          <p:cNvSpPr txBox="1"/>
          <p:nvPr/>
        </p:nvSpPr>
        <p:spPr>
          <a:xfrm>
            <a:off x="3705168" y="-33159"/>
            <a:ext cx="15183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</a:p>
        </p:txBody>
      </p:sp>
      <p:sp>
        <p:nvSpPr>
          <p:cNvPr id="4" name="3 CuadroTexto"/>
          <p:cNvSpPr txBox="1"/>
          <p:nvPr/>
        </p:nvSpPr>
        <p:spPr>
          <a:xfrm>
            <a:off x="755576" y="1052736"/>
            <a:ext cx="83910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u="sng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Infraestructuras Comunes de Telecomunicación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1"/>
            <a:ext cx="713290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1763688" y="1700808"/>
            <a:ext cx="532859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t"/>
            <a:r>
              <a:rPr lang="es-ES_tradnl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5.1. </a:t>
            </a:r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Introducción a las </a:t>
            </a:r>
            <a:r>
              <a:rPr lang="es-ES" sz="24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5.2. Magnitudes y unidades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5.3. Servicios ofrecidos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5.4. Diseño de </a:t>
            </a:r>
            <a:r>
              <a:rPr lang="es-ES" sz="24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5.5. Parámetros de calidad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_tradnl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5.6. </a:t>
            </a:r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Componentes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5.7. Ejemplo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5.8. Presentación de la memoria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5.9. Información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6178" y="6309320"/>
            <a:ext cx="370384" cy="365125"/>
          </a:xfrm>
        </p:spPr>
        <p:txBody>
          <a:bodyPr/>
          <a:lstStyle/>
          <a:p>
            <a:fld id="{DAD8BA2F-E335-4939-99DC-A7E50E548284}" type="slidenum">
              <a: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45</a:t>
            </a:fld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0316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Forma en L"/>
          <p:cNvSpPr/>
          <p:nvPr/>
        </p:nvSpPr>
        <p:spPr>
          <a:xfrm rot="5400000">
            <a:off x="1108166" y="-1177835"/>
            <a:ext cx="6891161" cy="9180514"/>
          </a:xfrm>
          <a:prstGeom prst="corner">
            <a:avLst>
              <a:gd name="adj1" fmla="val 9937"/>
              <a:gd name="adj2" fmla="val 10583"/>
            </a:avLst>
          </a:prstGeom>
          <a:gradFill flip="none" rotWithShape="1">
            <a:gsLst>
              <a:gs pos="100000">
                <a:srgbClr val="83A62A"/>
              </a:gs>
              <a:gs pos="0">
                <a:schemeClr val="tx1"/>
              </a:gs>
              <a:gs pos="9000">
                <a:schemeClr val="tx1"/>
              </a:gs>
              <a:gs pos="24000">
                <a:schemeClr val="accent3">
                  <a:lumMod val="50000"/>
                </a:schemeClr>
              </a:gs>
              <a:gs pos="61000">
                <a:srgbClr val="83A62A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innerShdw blurRad="63500" dist="1016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CuadroTexto"/>
          <p:cNvSpPr txBox="1"/>
          <p:nvPr/>
        </p:nvSpPr>
        <p:spPr>
          <a:xfrm>
            <a:off x="3816107" y="-33159"/>
            <a:ext cx="19800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1"/>
            <a:ext cx="713290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6178" y="6309320"/>
            <a:ext cx="451366" cy="365125"/>
          </a:xfrm>
        </p:spPr>
        <p:txBody>
          <a:bodyPr/>
          <a:lstStyle/>
          <a:p>
            <a:fld id="{DAD8BA2F-E335-4939-99DC-A7E50E548284}" type="slidenum">
              <a: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46</a:t>
            </a:fld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6" name="185 CuadroTexto"/>
          <p:cNvSpPr txBox="1"/>
          <p:nvPr/>
        </p:nvSpPr>
        <p:spPr>
          <a:xfrm>
            <a:off x="2692988" y="692696"/>
            <a:ext cx="36792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u="sng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Problema propuesto</a:t>
            </a:r>
          </a:p>
        </p:txBody>
      </p:sp>
      <p:sp>
        <p:nvSpPr>
          <p:cNvPr id="4" name="3 CuadroTexto"/>
          <p:cNvSpPr txBox="1"/>
          <p:nvPr/>
        </p:nvSpPr>
        <p:spPr>
          <a:xfrm>
            <a:off x="5220072" y="1772816"/>
            <a:ext cx="352839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4 plantas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2 viviendas por planta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2 tomas por vivienda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Antenas FM, </a:t>
            </a:r>
            <a:r>
              <a:rPr lang="es-ES" dirty="0" err="1"/>
              <a:t>DAB</a:t>
            </a:r>
            <a:r>
              <a:rPr lang="es-ES" dirty="0"/>
              <a:t>, </a:t>
            </a:r>
            <a:r>
              <a:rPr lang="es-ES" dirty="0" err="1"/>
              <a:t>UHF</a:t>
            </a:r>
            <a:r>
              <a:rPr lang="es-ES" dirty="0"/>
              <a:t>, Satélite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Nivel de antena: 70 dB</a:t>
            </a:r>
            <a:r>
              <a:rPr lang="el-GR" dirty="0"/>
              <a:t>μ</a:t>
            </a:r>
            <a:r>
              <a:rPr lang="es-ES" dirty="0"/>
              <a:t>V a todas las frecuencias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Sistema de amplificación </a:t>
            </a:r>
            <a:r>
              <a:rPr lang="es-ES" dirty="0" err="1"/>
              <a:t>monocanal</a:t>
            </a:r>
            <a:r>
              <a:rPr lang="es-ES" dirty="0"/>
              <a:t> a la salida de la antena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Distribución vertical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Señal en cada toma comprendida entre 47 y 70 dB</a:t>
            </a:r>
            <a:r>
              <a:rPr lang="el-GR" dirty="0"/>
              <a:t>μ</a:t>
            </a:r>
            <a:r>
              <a:rPr lang="es-ES" dirty="0"/>
              <a:t>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Relación portadora-ruido mínima de 25 dB.</a:t>
            </a:r>
          </a:p>
          <a:p>
            <a:endParaRPr lang="es-ES" dirty="0"/>
          </a:p>
          <a:p>
            <a:endParaRPr lang="es-ES" dirty="0"/>
          </a:p>
        </p:txBody>
      </p:sp>
      <p:cxnSp>
        <p:nvCxnSpPr>
          <p:cNvPr id="202" name="201 Conector recto"/>
          <p:cNvCxnSpPr/>
          <p:nvPr/>
        </p:nvCxnSpPr>
        <p:spPr>
          <a:xfrm flipV="1">
            <a:off x="2067186" y="5301192"/>
            <a:ext cx="175726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200 Conector recto"/>
          <p:cNvCxnSpPr/>
          <p:nvPr/>
        </p:nvCxnSpPr>
        <p:spPr>
          <a:xfrm flipV="1">
            <a:off x="2024249" y="4592987"/>
            <a:ext cx="175726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199 Conector recto"/>
          <p:cNvCxnSpPr/>
          <p:nvPr/>
        </p:nvCxnSpPr>
        <p:spPr>
          <a:xfrm flipV="1">
            <a:off x="2024249" y="3872149"/>
            <a:ext cx="175726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193 Conector recto"/>
          <p:cNvCxnSpPr/>
          <p:nvPr/>
        </p:nvCxnSpPr>
        <p:spPr>
          <a:xfrm flipV="1">
            <a:off x="2024249" y="3136809"/>
            <a:ext cx="175726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189 Conector recto"/>
          <p:cNvCxnSpPr>
            <a:endCxn id="81" idx="0"/>
          </p:cNvCxnSpPr>
          <p:nvPr/>
        </p:nvCxnSpPr>
        <p:spPr>
          <a:xfrm>
            <a:off x="2899658" y="2541154"/>
            <a:ext cx="2446" cy="259616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23 Grupo"/>
          <p:cNvGrpSpPr/>
          <p:nvPr/>
        </p:nvGrpSpPr>
        <p:grpSpPr>
          <a:xfrm>
            <a:off x="1923210" y="1593935"/>
            <a:ext cx="360000" cy="576064"/>
            <a:chOff x="2757501" y="836712"/>
            <a:chExt cx="360000" cy="576064"/>
          </a:xfrm>
        </p:grpSpPr>
        <p:sp>
          <p:nvSpPr>
            <p:cNvPr id="25" name="24 Acorde"/>
            <p:cNvSpPr/>
            <p:nvPr/>
          </p:nvSpPr>
          <p:spPr>
            <a:xfrm>
              <a:off x="2757501" y="836712"/>
              <a:ext cx="360000" cy="360000"/>
            </a:xfrm>
            <a:prstGeom prst="chord">
              <a:avLst>
                <a:gd name="adj1" fmla="val 4574632"/>
                <a:gd name="adj2" fmla="val 14224833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25 Conector recto"/>
            <p:cNvCxnSpPr/>
            <p:nvPr/>
          </p:nvCxnSpPr>
          <p:spPr>
            <a:xfrm>
              <a:off x="2771800" y="1074206"/>
              <a:ext cx="0" cy="33857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26 Grupo"/>
          <p:cNvGrpSpPr/>
          <p:nvPr/>
        </p:nvGrpSpPr>
        <p:grpSpPr>
          <a:xfrm>
            <a:off x="1441734" y="1682864"/>
            <a:ext cx="438717" cy="505607"/>
            <a:chOff x="2101560" y="907169"/>
            <a:chExt cx="398834" cy="505607"/>
          </a:xfrm>
        </p:grpSpPr>
        <p:cxnSp>
          <p:nvCxnSpPr>
            <p:cNvPr id="28" name="27 Conector recto"/>
            <p:cNvCxnSpPr/>
            <p:nvPr/>
          </p:nvCxnSpPr>
          <p:spPr>
            <a:xfrm>
              <a:off x="2339752" y="1074206"/>
              <a:ext cx="0" cy="33857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28 Conector recto"/>
            <p:cNvCxnSpPr/>
            <p:nvPr/>
          </p:nvCxnSpPr>
          <p:spPr>
            <a:xfrm flipH="1">
              <a:off x="2172324" y="986270"/>
              <a:ext cx="328070" cy="15332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29 Conector recto"/>
            <p:cNvCxnSpPr/>
            <p:nvPr/>
          </p:nvCxnSpPr>
          <p:spPr>
            <a:xfrm>
              <a:off x="2395240" y="907169"/>
              <a:ext cx="88490" cy="8464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30 Conector recto"/>
            <p:cNvCxnSpPr/>
            <p:nvPr/>
          </p:nvCxnSpPr>
          <p:spPr>
            <a:xfrm>
              <a:off x="2328668" y="934841"/>
              <a:ext cx="88490" cy="8464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31 Conector recto"/>
            <p:cNvCxnSpPr/>
            <p:nvPr/>
          </p:nvCxnSpPr>
          <p:spPr>
            <a:xfrm>
              <a:off x="2245720" y="968093"/>
              <a:ext cx="88490" cy="8464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32 Conector recto"/>
            <p:cNvCxnSpPr/>
            <p:nvPr/>
          </p:nvCxnSpPr>
          <p:spPr>
            <a:xfrm>
              <a:off x="2184652" y="1002896"/>
              <a:ext cx="88490" cy="8464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33 Conector recto"/>
            <p:cNvCxnSpPr/>
            <p:nvPr/>
          </p:nvCxnSpPr>
          <p:spPr>
            <a:xfrm>
              <a:off x="2101560" y="1047194"/>
              <a:ext cx="88490" cy="8464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34 Grupo"/>
          <p:cNvGrpSpPr/>
          <p:nvPr/>
        </p:nvGrpSpPr>
        <p:grpSpPr>
          <a:xfrm>
            <a:off x="887263" y="1512983"/>
            <a:ext cx="347399" cy="624665"/>
            <a:chOff x="1210341" y="710561"/>
            <a:chExt cx="347399" cy="624665"/>
          </a:xfrm>
        </p:grpSpPr>
        <p:sp>
          <p:nvSpPr>
            <p:cNvPr id="36" name="35 Arco"/>
            <p:cNvSpPr/>
            <p:nvPr/>
          </p:nvSpPr>
          <p:spPr>
            <a:xfrm rot="13968934" flipH="1">
              <a:off x="1179082" y="741820"/>
              <a:ext cx="360040" cy="297521"/>
            </a:xfrm>
            <a:prstGeom prst="arc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" name="36 Conector recto"/>
            <p:cNvCxnSpPr/>
            <p:nvPr/>
          </p:nvCxnSpPr>
          <p:spPr>
            <a:xfrm>
              <a:off x="1248548" y="996656"/>
              <a:ext cx="0" cy="33857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37 Arco"/>
            <p:cNvSpPr/>
            <p:nvPr/>
          </p:nvSpPr>
          <p:spPr>
            <a:xfrm rot="7631066" flipH="1" flipV="1">
              <a:off x="1228960" y="821601"/>
              <a:ext cx="360040" cy="297521"/>
            </a:xfrm>
            <a:prstGeom prst="arc">
              <a:avLst>
                <a:gd name="adj1" fmla="val 13402092"/>
                <a:gd name="adj2" fmla="val 19143200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9" name="38 Grupo"/>
          <p:cNvGrpSpPr/>
          <p:nvPr/>
        </p:nvGrpSpPr>
        <p:grpSpPr>
          <a:xfrm>
            <a:off x="1178420" y="1584877"/>
            <a:ext cx="325542" cy="565716"/>
            <a:chOff x="1676338" y="803460"/>
            <a:chExt cx="325542" cy="565716"/>
          </a:xfrm>
        </p:grpSpPr>
        <p:cxnSp>
          <p:nvCxnSpPr>
            <p:cNvPr id="40" name="39 Conector recto"/>
            <p:cNvCxnSpPr/>
            <p:nvPr/>
          </p:nvCxnSpPr>
          <p:spPr>
            <a:xfrm>
              <a:off x="1691680" y="1030606"/>
              <a:ext cx="0" cy="33857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40 Conector recto"/>
            <p:cNvCxnSpPr/>
            <p:nvPr/>
          </p:nvCxnSpPr>
          <p:spPr>
            <a:xfrm flipH="1">
              <a:off x="1680597" y="907169"/>
              <a:ext cx="299115" cy="14329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41 Conector recto"/>
            <p:cNvCxnSpPr/>
            <p:nvPr/>
          </p:nvCxnSpPr>
          <p:spPr>
            <a:xfrm>
              <a:off x="1932570" y="858880"/>
              <a:ext cx="69310" cy="1133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42 Conector recto"/>
            <p:cNvCxnSpPr/>
            <p:nvPr/>
          </p:nvCxnSpPr>
          <p:spPr>
            <a:xfrm>
              <a:off x="1880032" y="892094"/>
              <a:ext cx="69310" cy="1133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44 Conector recto"/>
            <p:cNvCxnSpPr/>
            <p:nvPr/>
          </p:nvCxnSpPr>
          <p:spPr>
            <a:xfrm>
              <a:off x="1813566" y="914262"/>
              <a:ext cx="69310" cy="1133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45 Conector recto"/>
            <p:cNvCxnSpPr/>
            <p:nvPr/>
          </p:nvCxnSpPr>
          <p:spPr>
            <a:xfrm>
              <a:off x="1752604" y="953056"/>
              <a:ext cx="69310" cy="1133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46 Conector recto"/>
            <p:cNvCxnSpPr/>
            <p:nvPr/>
          </p:nvCxnSpPr>
          <p:spPr>
            <a:xfrm flipV="1">
              <a:off x="1680634" y="803460"/>
              <a:ext cx="149558" cy="24103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47 Conector recto"/>
            <p:cNvCxnSpPr/>
            <p:nvPr/>
          </p:nvCxnSpPr>
          <p:spPr>
            <a:xfrm>
              <a:off x="1676338" y="1044494"/>
              <a:ext cx="303374" cy="794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48 Rectángulo"/>
          <p:cNvSpPr/>
          <p:nvPr/>
        </p:nvSpPr>
        <p:spPr>
          <a:xfrm>
            <a:off x="846634" y="2314015"/>
            <a:ext cx="4201951" cy="3851289"/>
          </a:xfrm>
          <a:prstGeom prst="rect">
            <a:avLst/>
          </a:prstGeom>
          <a:noFill/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49 Conector recto"/>
          <p:cNvCxnSpPr/>
          <p:nvPr/>
        </p:nvCxnSpPr>
        <p:spPr>
          <a:xfrm>
            <a:off x="916904" y="2337005"/>
            <a:ext cx="0" cy="23130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50 Conector recto"/>
          <p:cNvCxnSpPr/>
          <p:nvPr/>
        </p:nvCxnSpPr>
        <p:spPr>
          <a:xfrm>
            <a:off x="907379" y="2580772"/>
            <a:ext cx="27104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62 Rectángulo"/>
          <p:cNvSpPr/>
          <p:nvPr/>
        </p:nvSpPr>
        <p:spPr>
          <a:xfrm>
            <a:off x="2648380" y="2986454"/>
            <a:ext cx="504096" cy="3402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9" name="68 Rectángulo"/>
          <p:cNvSpPr/>
          <p:nvPr/>
        </p:nvSpPr>
        <p:spPr>
          <a:xfrm>
            <a:off x="1625683" y="2969703"/>
            <a:ext cx="424979" cy="3413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70" name="69 Rectángulo"/>
          <p:cNvSpPr/>
          <p:nvPr/>
        </p:nvSpPr>
        <p:spPr>
          <a:xfrm>
            <a:off x="3752441" y="2988804"/>
            <a:ext cx="424979" cy="3413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72" name="71 Rectángulo"/>
          <p:cNvSpPr/>
          <p:nvPr/>
        </p:nvSpPr>
        <p:spPr>
          <a:xfrm>
            <a:off x="2650056" y="3716204"/>
            <a:ext cx="504096" cy="3402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74" name="73 Rectángulo"/>
          <p:cNvSpPr/>
          <p:nvPr/>
        </p:nvSpPr>
        <p:spPr>
          <a:xfrm>
            <a:off x="1627359" y="3675703"/>
            <a:ext cx="424979" cy="3413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75" name="74 Rectángulo"/>
          <p:cNvSpPr/>
          <p:nvPr/>
        </p:nvSpPr>
        <p:spPr>
          <a:xfrm>
            <a:off x="3752441" y="3694804"/>
            <a:ext cx="424979" cy="3413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77" name="76 Rectángulo"/>
          <p:cNvSpPr/>
          <p:nvPr/>
        </p:nvSpPr>
        <p:spPr>
          <a:xfrm>
            <a:off x="2652572" y="4426759"/>
            <a:ext cx="504096" cy="3402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79" name="78 Rectángulo"/>
          <p:cNvSpPr/>
          <p:nvPr/>
        </p:nvSpPr>
        <p:spPr>
          <a:xfrm>
            <a:off x="1629875" y="4386258"/>
            <a:ext cx="424979" cy="3413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0" name="79 Rectángulo"/>
          <p:cNvSpPr/>
          <p:nvPr/>
        </p:nvSpPr>
        <p:spPr>
          <a:xfrm>
            <a:off x="3752441" y="4405359"/>
            <a:ext cx="424979" cy="3413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1" name="80 Rectángulo"/>
          <p:cNvSpPr/>
          <p:nvPr/>
        </p:nvSpPr>
        <p:spPr>
          <a:xfrm>
            <a:off x="2650056" y="5137314"/>
            <a:ext cx="504096" cy="3402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3" name="82 Rectángulo"/>
          <p:cNvSpPr/>
          <p:nvPr/>
        </p:nvSpPr>
        <p:spPr>
          <a:xfrm>
            <a:off x="1627359" y="5096813"/>
            <a:ext cx="424979" cy="3413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4" name="83 Rectángulo"/>
          <p:cNvSpPr/>
          <p:nvPr/>
        </p:nvSpPr>
        <p:spPr>
          <a:xfrm>
            <a:off x="3824449" y="5115914"/>
            <a:ext cx="424979" cy="3413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87" name="86 Conector recto"/>
          <p:cNvCxnSpPr/>
          <p:nvPr/>
        </p:nvCxnSpPr>
        <p:spPr>
          <a:xfrm>
            <a:off x="827584" y="2841061"/>
            <a:ext cx="4221001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87 Conector recto"/>
          <p:cNvCxnSpPr/>
          <p:nvPr/>
        </p:nvCxnSpPr>
        <p:spPr>
          <a:xfrm>
            <a:off x="843090" y="3458952"/>
            <a:ext cx="4205495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88 Conector recto"/>
          <p:cNvCxnSpPr/>
          <p:nvPr/>
        </p:nvCxnSpPr>
        <p:spPr>
          <a:xfrm>
            <a:off x="852615" y="4126074"/>
            <a:ext cx="4195970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89 Conector recto"/>
          <p:cNvCxnSpPr/>
          <p:nvPr/>
        </p:nvCxnSpPr>
        <p:spPr>
          <a:xfrm>
            <a:off x="843090" y="4855679"/>
            <a:ext cx="4205495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90 Conector recto"/>
          <p:cNvCxnSpPr/>
          <p:nvPr/>
        </p:nvCxnSpPr>
        <p:spPr>
          <a:xfrm>
            <a:off x="843090" y="5805264"/>
            <a:ext cx="4205495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4 Triángulo isósceles"/>
          <p:cNvSpPr/>
          <p:nvPr/>
        </p:nvSpPr>
        <p:spPr>
          <a:xfrm rot="5400000">
            <a:off x="1187864" y="2336765"/>
            <a:ext cx="438852" cy="463082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7 Conector recto"/>
          <p:cNvCxnSpPr>
            <a:stCxn id="5" idx="0"/>
          </p:cNvCxnSpPr>
          <p:nvPr/>
        </p:nvCxnSpPr>
        <p:spPr>
          <a:xfrm>
            <a:off x="1638831" y="2568306"/>
            <a:ext cx="127270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02" name="8201 Conector recto"/>
          <p:cNvCxnSpPr/>
          <p:nvPr/>
        </p:nvCxnSpPr>
        <p:spPr>
          <a:xfrm flipH="1">
            <a:off x="1109652" y="2988804"/>
            <a:ext cx="51440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03" name="8202 Elipse"/>
          <p:cNvSpPr/>
          <p:nvPr/>
        </p:nvSpPr>
        <p:spPr>
          <a:xfrm>
            <a:off x="988154" y="2924944"/>
            <a:ext cx="108000" cy="1080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8" name="207 Conector recto"/>
          <p:cNvCxnSpPr/>
          <p:nvPr/>
        </p:nvCxnSpPr>
        <p:spPr>
          <a:xfrm flipH="1">
            <a:off x="1416769" y="3282235"/>
            <a:ext cx="20210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212 Elipse"/>
          <p:cNvSpPr/>
          <p:nvPr/>
        </p:nvSpPr>
        <p:spPr>
          <a:xfrm>
            <a:off x="1304829" y="3225226"/>
            <a:ext cx="108000" cy="1080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6" name="215 Conector recto"/>
          <p:cNvCxnSpPr/>
          <p:nvPr/>
        </p:nvCxnSpPr>
        <p:spPr>
          <a:xfrm flipH="1">
            <a:off x="1137635" y="3697009"/>
            <a:ext cx="51440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216 Elipse"/>
          <p:cNvSpPr/>
          <p:nvPr/>
        </p:nvSpPr>
        <p:spPr>
          <a:xfrm>
            <a:off x="1016137" y="3633149"/>
            <a:ext cx="108000" cy="1080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9" name="218 Conector recto"/>
          <p:cNvCxnSpPr/>
          <p:nvPr/>
        </p:nvCxnSpPr>
        <p:spPr>
          <a:xfrm flipH="1">
            <a:off x="1444752" y="3990440"/>
            <a:ext cx="20210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220 Elipse"/>
          <p:cNvSpPr/>
          <p:nvPr/>
        </p:nvSpPr>
        <p:spPr>
          <a:xfrm>
            <a:off x="1332812" y="3933431"/>
            <a:ext cx="108000" cy="1080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2" name="221 Conector recto"/>
          <p:cNvCxnSpPr/>
          <p:nvPr/>
        </p:nvCxnSpPr>
        <p:spPr>
          <a:xfrm flipH="1">
            <a:off x="1137635" y="4416331"/>
            <a:ext cx="51440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222 Elipse"/>
          <p:cNvSpPr/>
          <p:nvPr/>
        </p:nvSpPr>
        <p:spPr>
          <a:xfrm>
            <a:off x="1016137" y="4352471"/>
            <a:ext cx="108000" cy="1080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5" name="224 Conector recto"/>
          <p:cNvCxnSpPr/>
          <p:nvPr/>
        </p:nvCxnSpPr>
        <p:spPr>
          <a:xfrm flipH="1">
            <a:off x="1444752" y="4709762"/>
            <a:ext cx="20210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226 Elipse"/>
          <p:cNvSpPr/>
          <p:nvPr/>
        </p:nvSpPr>
        <p:spPr>
          <a:xfrm>
            <a:off x="1332812" y="4652753"/>
            <a:ext cx="108000" cy="1080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8" name="227 Conector recto"/>
          <p:cNvCxnSpPr/>
          <p:nvPr/>
        </p:nvCxnSpPr>
        <p:spPr>
          <a:xfrm flipH="1">
            <a:off x="1137635" y="5136395"/>
            <a:ext cx="51440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228 Elipse"/>
          <p:cNvSpPr/>
          <p:nvPr/>
        </p:nvSpPr>
        <p:spPr>
          <a:xfrm>
            <a:off x="1016137" y="5072535"/>
            <a:ext cx="108000" cy="1080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1" name="230 Conector recto"/>
          <p:cNvCxnSpPr/>
          <p:nvPr/>
        </p:nvCxnSpPr>
        <p:spPr>
          <a:xfrm flipH="1">
            <a:off x="1444752" y="5429826"/>
            <a:ext cx="20210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232 Elipse"/>
          <p:cNvSpPr/>
          <p:nvPr/>
        </p:nvSpPr>
        <p:spPr>
          <a:xfrm>
            <a:off x="1332812" y="5372817"/>
            <a:ext cx="108000" cy="1080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206" name="8205 Grupo"/>
          <p:cNvGrpSpPr/>
          <p:nvPr/>
        </p:nvGrpSpPr>
        <p:grpSpPr>
          <a:xfrm flipH="1">
            <a:off x="4166101" y="2948123"/>
            <a:ext cx="635906" cy="408282"/>
            <a:chOff x="1556048" y="5429100"/>
            <a:chExt cx="635906" cy="408282"/>
          </a:xfrm>
        </p:grpSpPr>
        <p:cxnSp>
          <p:nvCxnSpPr>
            <p:cNvPr id="234" name="233 Conector recto"/>
            <p:cNvCxnSpPr/>
            <p:nvPr/>
          </p:nvCxnSpPr>
          <p:spPr>
            <a:xfrm flipH="1">
              <a:off x="1677546" y="5492960"/>
              <a:ext cx="51440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5" name="234 Elipse"/>
            <p:cNvSpPr/>
            <p:nvPr/>
          </p:nvSpPr>
          <p:spPr>
            <a:xfrm>
              <a:off x="1556048" y="5429100"/>
              <a:ext cx="108000" cy="108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7" name="236 Conector recto"/>
            <p:cNvCxnSpPr/>
            <p:nvPr/>
          </p:nvCxnSpPr>
          <p:spPr>
            <a:xfrm flipH="1">
              <a:off x="1984663" y="5786391"/>
              <a:ext cx="202103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9" name="238 Elipse"/>
            <p:cNvSpPr/>
            <p:nvPr/>
          </p:nvSpPr>
          <p:spPr>
            <a:xfrm>
              <a:off x="1872723" y="5729382"/>
              <a:ext cx="108000" cy="108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1" name="240 Grupo"/>
          <p:cNvGrpSpPr/>
          <p:nvPr/>
        </p:nvGrpSpPr>
        <p:grpSpPr>
          <a:xfrm flipH="1">
            <a:off x="4160739" y="3644250"/>
            <a:ext cx="635906" cy="408282"/>
            <a:chOff x="1556048" y="5429100"/>
            <a:chExt cx="635906" cy="408282"/>
          </a:xfrm>
        </p:grpSpPr>
        <p:cxnSp>
          <p:nvCxnSpPr>
            <p:cNvPr id="242" name="241 Conector recto"/>
            <p:cNvCxnSpPr/>
            <p:nvPr/>
          </p:nvCxnSpPr>
          <p:spPr>
            <a:xfrm flipH="1">
              <a:off x="1677546" y="5492960"/>
              <a:ext cx="51440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3" name="242 Elipse"/>
            <p:cNvSpPr/>
            <p:nvPr/>
          </p:nvSpPr>
          <p:spPr>
            <a:xfrm>
              <a:off x="1556048" y="5429100"/>
              <a:ext cx="108000" cy="108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5" name="244 Conector recto"/>
            <p:cNvCxnSpPr/>
            <p:nvPr/>
          </p:nvCxnSpPr>
          <p:spPr>
            <a:xfrm flipH="1">
              <a:off x="1984663" y="5786391"/>
              <a:ext cx="202103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7" name="246 Elipse"/>
            <p:cNvSpPr/>
            <p:nvPr/>
          </p:nvSpPr>
          <p:spPr>
            <a:xfrm>
              <a:off x="1872723" y="5729382"/>
              <a:ext cx="108000" cy="108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8" name="247 Grupo"/>
          <p:cNvGrpSpPr/>
          <p:nvPr/>
        </p:nvGrpSpPr>
        <p:grpSpPr>
          <a:xfrm flipH="1">
            <a:off x="4160272" y="4376963"/>
            <a:ext cx="635906" cy="408282"/>
            <a:chOff x="1556048" y="5429100"/>
            <a:chExt cx="635906" cy="408282"/>
          </a:xfrm>
        </p:grpSpPr>
        <p:cxnSp>
          <p:nvCxnSpPr>
            <p:cNvPr id="249" name="248 Conector recto"/>
            <p:cNvCxnSpPr/>
            <p:nvPr/>
          </p:nvCxnSpPr>
          <p:spPr>
            <a:xfrm flipH="1">
              <a:off x="1677546" y="5492960"/>
              <a:ext cx="51440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0" name="249 Elipse"/>
            <p:cNvSpPr/>
            <p:nvPr/>
          </p:nvSpPr>
          <p:spPr>
            <a:xfrm>
              <a:off x="1556048" y="5429100"/>
              <a:ext cx="108000" cy="108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2" name="251 Conector recto"/>
            <p:cNvCxnSpPr/>
            <p:nvPr/>
          </p:nvCxnSpPr>
          <p:spPr>
            <a:xfrm flipH="1">
              <a:off x="1984663" y="5786391"/>
              <a:ext cx="202103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4" name="253 Elipse"/>
            <p:cNvSpPr/>
            <p:nvPr/>
          </p:nvSpPr>
          <p:spPr>
            <a:xfrm>
              <a:off x="1872723" y="5729382"/>
              <a:ext cx="108000" cy="108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5" name="254 Grupo"/>
          <p:cNvGrpSpPr/>
          <p:nvPr/>
        </p:nvGrpSpPr>
        <p:grpSpPr>
          <a:xfrm flipH="1">
            <a:off x="4232747" y="5073309"/>
            <a:ext cx="635906" cy="408282"/>
            <a:chOff x="1556048" y="5429100"/>
            <a:chExt cx="635906" cy="408282"/>
          </a:xfrm>
        </p:grpSpPr>
        <p:cxnSp>
          <p:nvCxnSpPr>
            <p:cNvPr id="256" name="255 Conector recto"/>
            <p:cNvCxnSpPr/>
            <p:nvPr/>
          </p:nvCxnSpPr>
          <p:spPr>
            <a:xfrm flipH="1">
              <a:off x="1677546" y="5492960"/>
              <a:ext cx="51440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7" name="256 Elipse"/>
            <p:cNvSpPr/>
            <p:nvPr/>
          </p:nvSpPr>
          <p:spPr>
            <a:xfrm>
              <a:off x="1556048" y="5429100"/>
              <a:ext cx="108000" cy="108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9" name="258 Conector recto"/>
            <p:cNvCxnSpPr/>
            <p:nvPr/>
          </p:nvCxnSpPr>
          <p:spPr>
            <a:xfrm flipH="1">
              <a:off x="1984663" y="5786391"/>
              <a:ext cx="202103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1" name="260 Elipse"/>
            <p:cNvSpPr/>
            <p:nvPr/>
          </p:nvSpPr>
          <p:spPr>
            <a:xfrm>
              <a:off x="1872723" y="5729382"/>
              <a:ext cx="108000" cy="108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214" name="8213 Conector recto de flecha"/>
          <p:cNvCxnSpPr/>
          <p:nvPr/>
        </p:nvCxnSpPr>
        <p:spPr>
          <a:xfrm>
            <a:off x="1638831" y="2516773"/>
            <a:ext cx="1260827" cy="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15" name="8214 CuadroTexto"/>
          <p:cNvSpPr txBox="1"/>
          <p:nvPr/>
        </p:nvSpPr>
        <p:spPr>
          <a:xfrm>
            <a:off x="2024249" y="2276872"/>
            <a:ext cx="593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 m</a:t>
            </a:r>
          </a:p>
        </p:txBody>
      </p:sp>
      <p:sp>
        <p:nvSpPr>
          <p:cNvPr id="8219" name="8218 Rectángulo"/>
          <p:cNvSpPr/>
          <p:nvPr/>
        </p:nvSpPr>
        <p:spPr>
          <a:xfrm>
            <a:off x="907379" y="2137648"/>
            <a:ext cx="1116870" cy="17636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3" name="282 CuadroTexto"/>
          <p:cNvSpPr txBox="1"/>
          <p:nvPr/>
        </p:nvSpPr>
        <p:spPr>
          <a:xfrm>
            <a:off x="3010599" y="3397365"/>
            <a:ext cx="4940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m</a:t>
            </a:r>
          </a:p>
        </p:txBody>
      </p:sp>
      <p:cxnSp>
        <p:nvCxnSpPr>
          <p:cNvPr id="284" name="283 Conector recto de flecha"/>
          <p:cNvCxnSpPr/>
          <p:nvPr/>
        </p:nvCxnSpPr>
        <p:spPr>
          <a:xfrm>
            <a:off x="3036082" y="3326666"/>
            <a:ext cx="0" cy="402225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285 Conector recto de flecha"/>
          <p:cNvCxnSpPr/>
          <p:nvPr/>
        </p:nvCxnSpPr>
        <p:spPr>
          <a:xfrm>
            <a:off x="2987824" y="2541154"/>
            <a:ext cx="0" cy="428549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" name="287 CuadroTexto"/>
          <p:cNvSpPr txBox="1"/>
          <p:nvPr/>
        </p:nvSpPr>
        <p:spPr>
          <a:xfrm>
            <a:off x="2997834" y="2473151"/>
            <a:ext cx="4940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m</a:t>
            </a:r>
          </a:p>
        </p:txBody>
      </p:sp>
      <p:cxnSp>
        <p:nvCxnSpPr>
          <p:cNvPr id="290" name="289 Conector recto de flecha"/>
          <p:cNvCxnSpPr/>
          <p:nvPr/>
        </p:nvCxnSpPr>
        <p:spPr>
          <a:xfrm flipH="1">
            <a:off x="2024250" y="3059483"/>
            <a:ext cx="624130" cy="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4" name="293 CuadroTexto"/>
          <p:cNvSpPr txBox="1"/>
          <p:nvPr/>
        </p:nvSpPr>
        <p:spPr>
          <a:xfrm>
            <a:off x="2123635" y="2803920"/>
            <a:ext cx="4940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m</a:t>
            </a:r>
          </a:p>
        </p:txBody>
      </p:sp>
      <p:cxnSp>
        <p:nvCxnSpPr>
          <p:cNvPr id="295" name="294 Conector recto de flecha"/>
          <p:cNvCxnSpPr/>
          <p:nvPr/>
        </p:nvCxnSpPr>
        <p:spPr>
          <a:xfrm flipH="1">
            <a:off x="999930" y="4983611"/>
            <a:ext cx="624130" cy="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" name="295 CuadroTexto"/>
          <p:cNvSpPr txBox="1"/>
          <p:nvPr/>
        </p:nvSpPr>
        <p:spPr>
          <a:xfrm>
            <a:off x="1596767" y="4832558"/>
            <a:ext cx="593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 m</a:t>
            </a:r>
          </a:p>
        </p:txBody>
      </p:sp>
      <p:cxnSp>
        <p:nvCxnSpPr>
          <p:cNvPr id="297" name="296 Conector recto de flecha"/>
          <p:cNvCxnSpPr/>
          <p:nvPr/>
        </p:nvCxnSpPr>
        <p:spPr>
          <a:xfrm flipH="1">
            <a:off x="1330346" y="5541740"/>
            <a:ext cx="373399" cy="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9" name="298 CuadroTexto"/>
          <p:cNvSpPr txBox="1"/>
          <p:nvPr/>
        </p:nvSpPr>
        <p:spPr>
          <a:xfrm>
            <a:off x="1309024" y="5517232"/>
            <a:ext cx="4940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m</a:t>
            </a:r>
          </a:p>
        </p:txBody>
      </p:sp>
    </p:spTree>
    <p:extLst>
      <p:ext uri="{BB962C8B-B14F-4D97-AF65-F5344CB8AC3E}">
        <p14:creationId xmlns:p14="http://schemas.microsoft.com/office/powerpoint/2010/main" val="16552049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" name="107 Conector recto"/>
          <p:cNvCxnSpPr/>
          <p:nvPr/>
        </p:nvCxnSpPr>
        <p:spPr>
          <a:xfrm flipV="1">
            <a:off x="2771800" y="2660662"/>
            <a:ext cx="1080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1 Forma en L"/>
          <p:cNvSpPr/>
          <p:nvPr/>
        </p:nvSpPr>
        <p:spPr>
          <a:xfrm rot="5400000">
            <a:off x="1108166" y="-1177835"/>
            <a:ext cx="6891161" cy="9180514"/>
          </a:xfrm>
          <a:prstGeom prst="corner">
            <a:avLst>
              <a:gd name="adj1" fmla="val 9937"/>
              <a:gd name="adj2" fmla="val 10583"/>
            </a:avLst>
          </a:prstGeom>
          <a:gradFill flip="none" rotWithShape="1">
            <a:gsLst>
              <a:gs pos="100000">
                <a:srgbClr val="83A62A"/>
              </a:gs>
              <a:gs pos="0">
                <a:schemeClr val="tx1"/>
              </a:gs>
              <a:gs pos="9000">
                <a:schemeClr val="tx1"/>
              </a:gs>
              <a:gs pos="24000">
                <a:schemeClr val="accent3">
                  <a:lumMod val="50000"/>
                </a:schemeClr>
              </a:gs>
              <a:gs pos="61000">
                <a:srgbClr val="83A62A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innerShdw blurRad="63500" dist="1016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CuadroTexto"/>
          <p:cNvSpPr txBox="1"/>
          <p:nvPr/>
        </p:nvSpPr>
        <p:spPr>
          <a:xfrm>
            <a:off x="3816107" y="-33159"/>
            <a:ext cx="19800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1"/>
            <a:ext cx="713290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6178" y="6309320"/>
            <a:ext cx="451366" cy="365125"/>
          </a:xfrm>
        </p:spPr>
        <p:txBody>
          <a:bodyPr/>
          <a:lstStyle/>
          <a:p>
            <a:fld id="{DAD8BA2F-E335-4939-99DC-A7E50E548284}" type="slidenum">
              <a: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47</a:t>
            </a:fld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6" name="185 CuadroTexto"/>
          <p:cNvSpPr txBox="1"/>
          <p:nvPr/>
        </p:nvSpPr>
        <p:spPr>
          <a:xfrm>
            <a:off x="4040654" y="692696"/>
            <a:ext cx="16834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u="sng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Cálculos</a:t>
            </a:r>
          </a:p>
        </p:txBody>
      </p:sp>
      <p:cxnSp>
        <p:nvCxnSpPr>
          <p:cNvPr id="8" name="7 Conector recto"/>
          <p:cNvCxnSpPr/>
          <p:nvPr/>
        </p:nvCxnSpPr>
        <p:spPr>
          <a:xfrm flipV="1">
            <a:off x="2771920" y="5817437"/>
            <a:ext cx="1080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8 Conector recto"/>
          <p:cNvCxnSpPr/>
          <p:nvPr/>
        </p:nvCxnSpPr>
        <p:spPr>
          <a:xfrm flipV="1">
            <a:off x="2699912" y="4689059"/>
            <a:ext cx="1080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9 Conector recto"/>
          <p:cNvCxnSpPr/>
          <p:nvPr/>
        </p:nvCxnSpPr>
        <p:spPr>
          <a:xfrm flipV="1">
            <a:off x="2699912" y="3731554"/>
            <a:ext cx="1080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Conector recto"/>
          <p:cNvCxnSpPr/>
          <p:nvPr/>
        </p:nvCxnSpPr>
        <p:spPr>
          <a:xfrm flipH="1">
            <a:off x="2902104" y="1905592"/>
            <a:ext cx="9429" cy="382766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12 Grupo"/>
          <p:cNvGrpSpPr/>
          <p:nvPr/>
        </p:nvGrpSpPr>
        <p:grpSpPr>
          <a:xfrm>
            <a:off x="1923210" y="917664"/>
            <a:ext cx="360000" cy="576064"/>
            <a:chOff x="2757501" y="836712"/>
            <a:chExt cx="360000" cy="576064"/>
          </a:xfrm>
        </p:grpSpPr>
        <p:sp>
          <p:nvSpPr>
            <p:cNvPr id="14" name="13 Acorde"/>
            <p:cNvSpPr/>
            <p:nvPr/>
          </p:nvSpPr>
          <p:spPr>
            <a:xfrm>
              <a:off x="2757501" y="836712"/>
              <a:ext cx="360000" cy="360000"/>
            </a:xfrm>
            <a:prstGeom prst="chord">
              <a:avLst>
                <a:gd name="adj1" fmla="val 4574632"/>
                <a:gd name="adj2" fmla="val 14224833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14 Conector recto"/>
            <p:cNvCxnSpPr/>
            <p:nvPr/>
          </p:nvCxnSpPr>
          <p:spPr>
            <a:xfrm>
              <a:off x="2771800" y="1074206"/>
              <a:ext cx="0" cy="33857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15 Grupo"/>
          <p:cNvGrpSpPr/>
          <p:nvPr/>
        </p:nvGrpSpPr>
        <p:grpSpPr>
          <a:xfrm>
            <a:off x="1441734" y="1006593"/>
            <a:ext cx="438717" cy="505607"/>
            <a:chOff x="2101560" y="907169"/>
            <a:chExt cx="398834" cy="505607"/>
          </a:xfrm>
        </p:grpSpPr>
        <p:cxnSp>
          <p:nvCxnSpPr>
            <p:cNvPr id="17" name="16 Conector recto"/>
            <p:cNvCxnSpPr/>
            <p:nvPr/>
          </p:nvCxnSpPr>
          <p:spPr>
            <a:xfrm>
              <a:off x="2339752" y="1074206"/>
              <a:ext cx="0" cy="33857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17 Conector recto"/>
            <p:cNvCxnSpPr/>
            <p:nvPr/>
          </p:nvCxnSpPr>
          <p:spPr>
            <a:xfrm flipH="1">
              <a:off x="2172324" y="986270"/>
              <a:ext cx="328070" cy="15332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18 Conector recto"/>
            <p:cNvCxnSpPr/>
            <p:nvPr/>
          </p:nvCxnSpPr>
          <p:spPr>
            <a:xfrm>
              <a:off x="2395240" y="907169"/>
              <a:ext cx="88490" cy="8464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19 Conector recto"/>
            <p:cNvCxnSpPr/>
            <p:nvPr/>
          </p:nvCxnSpPr>
          <p:spPr>
            <a:xfrm>
              <a:off x="2328668" y="934841"/>
              <a:ext cx="88490" cy="8464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20 Conector recto"/>
            <p:cNvCxnSpPr/>
            <p:nvPr/>
          </p:nvCxnSpPr>
          <p:spPr>
            <a:xfrm>
              <a:off x="2245720" y="968093"/>
              <a:ext cx="88490" cy="8464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21 Conector recto"/>
            <p:cNvCxnSpPr/>
            <p:nvPr/>
          </p:nvCxnSpPr>
          <p:spPr>
            <a:xfrm>
              <a:off x="2184652" y="1002896"/>
              <a:ext cx="88490" cy="8464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22 Conector recto"/>
            <p:cNvCxnSpPr/>
            <p:nvPr/>
          </p:nvCxnSpPr>
          <p:spPr>
            <a:xfrm>
              <a:off x="2101560" y="1047194"/>
              <a:ext cx="88490" cy="8464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23 Grupo"/>
          <p:cNvGrpSpPr/>
          <p:nvPr/>
        </p:nvGrpSpPr>
        <p:grpSpPr>
          <a:xfrm>
            <a:off x="887263" y="836712"/>
            <a:ext cx="347399" cy="624665"/>
            <a:chOff x="1210341" y="710561"/>
            <a:chExt cx="347399" cy="624665"/>
          </a:xfrm>
        </p:grpSpPr>
        <p:sp>
          <p:nvSpPr>
            <p:cNvPr id="25" name="24 Arco"/>
            <p:cNvSpPr/>
            <p:nvPr/>
          </p:nvSpPr>
          <p:spPr>
            <a:xfrm rot="13968934" flipH="1">
              <a:off x="1179082" y="741820"/>
              <a:ext cx="360040" cy="297521"/>
            </a:xfrm>
            <a:prstGeom prst="arc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25 Conector recto"/>
            <p:cNvCxnSpPr/>
            <p:nvPr/>
          </p:nvCxnSpPr>
          <p:spPr>
            <a:xfrm>
              <a:off x="1248548" y="996656"/>
              <a:ext cx="0" cy="33857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26 Arco"/>
            <p:cNvSpPr/>
            <p:nvPr/>
          </p:nvSpPr>
          <p:spPr>
            <a:xfrm rot="7631066" flipH="1" flipV="1">
              <a:off x="1228960" y="821601"/>
              <a:ext cx="360040" cy="297521"/>
            </a:xfrm>
            <a:prstGeom prst="arc">
              <a:avLst>
                <a:gd name="adj1" fmla="val 13402092"/>
                <a:gd name="adj2" fmla="val 19143200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27 Grupo"/>
          <p:cNvGrpSpPr/>
          <p:nvPr/>
        </p:nvGrpSpPr>
        <p:grpSpPr>
          <a:xfrm>
            <a:off x="1178420" y="908606"/>
            <a:ext cx="325542" cy="565716"/>
            <a:chOff x="1676338" y="803460"/>
            <a:chExt cx="325542" cy="565716"/>
          </a:xfrm>
        </p:grpSpPr>
        <p:cxnSp>
          <p:nvCxnSpPr>
            <p:cNvPr id="29" name="28 Conector recto"/>
            <p:cNvCxnSpPr/>
            <p:nvPr/>
          </p:nvCxnSpPr>
          <p:spPr>
            <a:xfrm>
              <a:off x="1691680" y="1030606"/>
              <a:ext cx="0" cy="33857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29 Conector recto"/>
            <p:cNvCxnSpPr/>
            <p:nvPr/>
          </p:nvCxnSpPr>
          <p:spPr>
            <a:xfrm flipH="1">
              <a:off x="1680597" y="907169"/>
              <a:ext cx="299115" cy="14329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30 Conector recto"/>
            <p:cNvCxnSpPr/>
            <p:nvPr/>
          </p:nvCxnSpPr>
          <p:spPr>
            <a:xfrm>
              <a:off x="1932570" y="858880"/>
              <a:ext cx="69310" cy="1133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31 Conector recto"/>
            <p:cNvCxnSpPr/>
            <p:nvPr/>
          </p:nvCxnSpPr>
          <p:spPr>
            <a:xfrm>
              <a:off x="1880032" y="892094"/>
              <a:ext cx="69310" cy="1133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32 Conector recto"/>
            <p:cNvCxnSpPr/>
            <p:nvPr/>
          </p:nvCxnSpPr>
          <p:spPr>
            <a:xfrm>
              <a:off x="1813566" y="914262"/>
              <a:ext cx="69310" cy="1133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33 Conector recto"/>
            <p:cNvCxnSpPr/>
            <p:nvPr/>
          </p:nvCxnSpPr>
          <p:spPr>
            <a:xfrm>
              <a:off x="1752604" y="953056"/>
              <a:ext cx="69310" cy="1133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34 Conector recto"/>
            <p:cNvCxnSpPr/>
            <p:nvPr/>
          </p:nvCxnSpPr>
          <p:spPr>
            <a:xfrm flipV="1">
              <a:off x="1680634" y="803460"/>
              <a:ext cx="149558" cy="24103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35 Conector recto"/>
            <p:cNvCxnSpPr/>
            <p:nvPr/>
          </p:nvCxnSpPr>
          <p:spPr>
            <a:xfrm>
              <a:off x="1676338" y="1044494"/>
              <a:ext cx="303374" cy="794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36 Rectángulo"/>
          <p:cNvSpPr/>
          <p:nvPr/>
        </p:nvSpPr>
        <p:spPr>
          <a:xfrm>
            <a:off x="846634" y="1637744"/>
            <a:ext cx="4452942" cy="4959608"/>
          </a:xfrm>
          <a:prstGeom prst="rect">
            <a:avLst/>
          </a:prstGeom>
          <a:noFill/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37 Conector recto"/>
          <p:cNvCxnSpPr/>
          <p:nvPr/>
        </p:nvCxnSpPr>
        <p:spPr>
          <a:xfrm>
            <a:off x="916904" y="1660734"/>
            <a:ext cx="0" cy="23130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38 Conector recto"/>
          <p:cNvCxnSpPr/>
          <p:nvPr/>
        </p:nvCxnSpPr>
        <p:spPr>
          <a:xfrm>
            <a:off x="907379" y="1904501"/>
            <a:ext cx="27104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39 Rectángulo"/>
          <p:cNvSpPr/>
          <p:nvPr/>
        </p:nvSpPr>
        <p:spPr>
          <a:xfrm>
            <a:off x="2555776" y="2397138"/>
            <a:ext cx="668708" cy="5187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2" name="41 Rectángulo"/>
          <p:cNvSpPr/>
          <p:nvPr/>
        </p:nvSpPr>
        <p:spPr>
          <a:xfrm>
            <a:off x="3752441" y="2504049"/>
            <a:ext cx="424979" cy="3413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5" name="44 Rectángulo"/>
          <p:cNvSpPr/>
          <p:nvPr/>
        </p:nvSpPr>
        <p:spPr>
          <a:xfrm>
            <a:off x="3752441" y="3554209"/>
            <a:ext cx="424979" cy="3413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8" name="47 Rectángulo"/>
          <p:cNvSpPr/>
          <p:nvPr/>
        </p:nvSpPr>
        <p:spPr>
          <a:xfrm>
            <a:off x="3752441" y="4501431"/>
            <a:ext cx="424979" cy="3413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1" name="50 Rectángulo"/>
          <p:cNvSpPr/>
          <p:nvPr/>
        </p:nvSpPr>
        <p:spPr>
          <a:xfrm>
            <a:off x="3824449" y="5632159"/>
            <a:ext cx="424979" cy="3413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52" name="51 Conector recto"/>
          <p:cNvCxnSpPr/>
          <p:nvPr/>
        </p:nvCxnSpPr>
        <p:spPr>
          <a:xfrm>
            <a:off x="827584" y="2164790"/>
            <a:ext cx="4471992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52 Conector recto"/>
          <p:cNvCxnSpPr/>
          <p:nvPr/>
        </p:nvCxnSpPr>
        <p:spPr>
          <a:xfrm>
            <a:off x="843090" y="3174341"/>
            <a:ext cx="4456486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53 Conector recto"/>
          <p:cNvCxnSpPr/>
          <p:nvPr/>
        </p:nvCxnSpPr>
        <p:spPr>
          <a:xfrm flipV="1">
            <a:off x="852615" y="4149080"/>
            <a:ext cx="4446961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54 Conector recto"/>
          <p:cNvCxnSpPr/>
          <p:nvPr/>
        </p:nvCxnSpPr>
        <p:spPr>
          <a:xfrm>
            <a:off x="843090" y="5229200"/>
            <a:ext cx="4456486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55 Conector recto"/>
          <p:cNvCxnSpPr/>
          <p:nvPr/>
        </p:nvCxnSpPr>
        <p:spPr>
          <a:xfrm>
            <a:off x="843090" y="6237312"/>
            <a:ext cx="4456486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56 Triángulo isósceles"/>
          <p:cNvSpPr/>
          <p:nvPr/>
        </p:nvSpPr>
        <p:spPr>
          <a:xfrm rot="5400000">
            <a:off x="1187864" y="1660494"/>
            <a:ext cx="438852" cy="463082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57 Conector recto"/>
          <p:cNvCxnSpPr>
            <a:stCxn id="57" idx="0"/>
          </p:cNvCxnSpPr>
          <p:nvPr/>
        </p:nvCxnSpPr>
        <p:spPr>
          <a:xfrm>
            <a:off x="1638831" y="1892035"/>
            <a:ext cx="127270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74 Grupo"/>
          <p:cNvGrpSpPr/>
          <p:nvPr/>
        </p:nvGrpSpPr>
        <p:grpSpPr>
          <a:xfrm flipH="1">
            <a:off x="4166101" y="2463368"/>
            <a:ext cx="635906" cy="408282"/>
            <a:chOff x="1556048" y="5429100"/>
            <a:chExt cx="635906" cy="408282"/>
          </a:xfrm>
        </p:grpSpPr>
        <p:cxnSp>
          <p:nvCxnSpPr>
            <p:cNvPr id="76" name="75 Conector recto"/>
            <p:cNvCxnSpPr/>
            <p:nvPr/>
          </p:nvCxnSpPr>
          <p:spPr>
            <a:xfrm flipH="1">
              <a:off x="1677546" y="5492960"/>
              <a:ext cx="51440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76 Elipse"/>
            <p:cNvSpPr/>
            <p:nvPr/>
          </p:nvSpPr>
          <p:spPr>
            <a:xfrm>
              <a:off x="1556048" y="5429100"/>
              <a:ext cx="108000" cy="108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8" name="77 Conector recto"/>
            <p:cNvCxnSpPr/>
            <p:nvPr/>
          </p:nvCxnSpPr>
          <p:spPr>
            <a:xfrm flipH="1">
              <a:off x="1984663" y="5786391"/>
              <a:ext cx="202103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78 Elipse"/>
            <p:cNvSpPr/>
            <p:nvPr/>
          </p:nvSpPr>
          <p:spPr>
            <a:xfrm>
              <a:off x="1872723" y="5729382"/>
              <a:ext cx="108000" cy="108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0" name="79 Grupo"/>
          <p:cNvGrpSpPr/>
          <p:nvPr/>
        </p:nvGrpSpPr>
        <p:grpSpPr>
          <a:xfrm flipH="1">
            <a:off x="4160739" y="3503655"/>
            <a:ext cx="635906" cy="408282"/>
            <a:chOff x="1556048" y="5429100"/>
            <a:chExt cx="635906" cy="408282"/>
          </a:xfrm>
        </p:grpSpPr>
        <p:cxnSp>
          <p:nvCxnSpPr>
            <p:cNvPr id="81" name="80 Conector recto"/>
            <p:cNvCxnSpPr/>
            <p:nvPr/>
          </p:nvCxnSpPr>
          <p:spPr>
            <a:xfrm flipH="1">
              <a:off x="1677546" y="5492960"/>
              <a:ext cx="51440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81 Elipse"/>
            <p:cNvSpPr/>
            <p:nvPr/>
          </p:nvSpPr>
          <p:spPr>
            <a:xfrm>
              <a:off x="1556048" y="5429100"/>
              <a:ext cx="108000" cy="108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3" name="82 Conector recto"/>
            <p:cNvCxnSpPr/>
            <p:nvPr/>
          </p:nvCxnSpPr>
          <p:spPr>
            <a:xfrm flipH="1">
              <a:off x="1984663" y="5786391"/>
              <a:ext cx="202103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83 Elipse"/>
            <p:cNvSpPr/>
            <p:nvPr/>
          </p:nvSpPr>
          <p:spPr>
            <a:xfrm>
              <a:off x="1872723" y="5729382"/>
              <a:ext cx="108000" cy="108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5" name="84 Grupo"/>
          <p:cNvGrpSpPr/>
          <p:nvPr/>
        </p:nvGrpSpPr>
        <p:grpSpPr>
          <a:xfrm flipH="1">
            <a:off x="4160272" y="4473035"/>
            <a:ext cx="635906" cy="408282"/>
            <a:chOff x="1556048" y="5429100"/>
            <a:chExt cx="635906" cy="408282"/>
          </a:xfrm>
        </p:grpSpPr>
        <p:cxnSp>
          <p:nvCxnSpPr>
            <p:cNvPr id="86" name="85 Conector recto"/>
            <p:cNvCxnSpPr/>
            <p:nvPr/>
          </p:nvCxnSpPr>
          <p:spPr>
            <a:xfrm flipH="1">
              <a:off x="1677546" y="5492960"/>
              <a:ext cx="51440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86 Elipse"/>
            <p:cNvSpPr/>
            <p:nvPr/>
          </p:nvSpPr>
          <p:spPr>
            <a:xfrm>
              <a:off x="1556048" y="5429100"/>
              <a:ext cx="108000" cy="108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8" name="87 Conector recto"/>
            <p:cNvCxnSpPr/>
            <p:nvPr/>
          </p:nvCxnSpPr>
          <p:spPr>
            <a:xfrm flipH="1">
              <a:off x="1984663" y="5786391"/>
              <a:ext cx="202103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88 Elipse"/>
            <p:cNvSpPr/>
            <p:nvPr/>
          </p:nvSpPr>
          <p:spPr>
            <a:xfrm>
              <a:off x="1872723" y="5729382"/>
              <a:ext cx="108000" cy="108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0" name="89 Grupo"/>
          <p:cNvGrpSpPr/>
          <p:nvPr/>
        </p:nvGrpSpPr>
        <p:grpSpPr>
          <a:xfrm flipH="1">
            <a:off x="4232747" y="5589554"/>
            <a:ext cx="635906" cy="408282"/>
            <a:chOff x="1556048" y="5429100"/>
            <a:chExt cx="635906" cy="408282"/>
          </a:xfrm>
        </p:grpSpPr>
        <p:cxnSp>
          <p:nvCxnSpPr>
            <p:cNvPr id="91" name="90 Conector recto"/>
            <p:cNvCxnSpPr/>
            <p:nvPr/>
          </p:nvCxnSpPr>
          <p:spPr>
            <a:xfrm flipH="1">
              <a:off x="1677546" y="5492960"/>
              <a:ext cx="51440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91 Elipse"/>
            <p:cNvSpPr/>
            <p:nvPr/>
          </p:nvSpPr>
          <p:spPr>
            <a:xfrm>
              <a:off x="1556048" y="5429100"/>
              <a:ext cx="108000" cy="108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3" name="92 Conector recto"/>
            <p:cNvCxnSpPr/>
            <p:nvPr/>
          </p:nvCxnSpPr>
          <p:spPr>
            <a:xfrm flipH="1">
              <a:off x="1984663" y="5786391"/>
              <a:ext cx="202103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93 Elipse"/>
            <p:cNvSpPr/>
            <p:nvPr/>
          </p:nvSpPr>
          <p:spPr>
            <a:xfrm>
              <a:off x="1872723" y="5729382"/>
              <a:ext cx="108000" cy="108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7" name="96 Rectángulo"/>
          <p:cNvSpPr/>
          <p:nvPr/>
        </p:nvSpPr>
        <p:spPr>
          <a:xfrm>
            <a:off x="907379" y="1461377"/>
            <a:ext cx="1116870" cy="17636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4 CuadroTexto"/>
          <p:cNvSpPr txBox="1"/>
          <p:nvPr/>
        </p:nvSpPr>
        <p:spPr>
          <a:xfrm>
            <a:off x="793783" y="1825895"/>
            <a:ext cx="4090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sz="1400" b="1" baseline="-250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</a:p>
        </p:txBody>
      </p:sp>
      <p:sp>
        <p:nvSpPr>
          <p:cNvPr id="110" name="109 CuadroTexto"/>
          <p:cNvSpPr txBox="1"/>
          <p:nvPr/>
        </p:nvSpPr>
        <p:spPr>
          <a:xfrm>
            <a:off x="1140124" y="1712683"/>
            <a:ext cx="3241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endParaRPr lang="en-US" sz="1400" b="1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110 CuadroTexto"/>
          <p:cNvSpPr txBox="1"/>
          <p:nvPr/>
        </p:nvSpPr>
        <p:spPr>
          <a:xfrm>
            <a:off x="2102699" y="1595356"/>
            <a:ext cx="6303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</a:t>
            </a:r>
            <a:r>
              <a:rPr lang="en-US" sz="1400" b="1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sz="14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·10</a:t>
            </a:r>
            <a:endParaRPr lang="en-US" sz="1400" b="1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" name="111 CuadroTexto"/>
          <p:cNvSpPr txBox="1"/>
          <p:nvPr/>
        </p:nvSpPr>
        <p:spPr>
          <a:xfrm>
            <a:off x="2843808" y="1818052"/>
            <a:ext cx="5309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</a:t>
            </a:r>
            <a:r>
              <a:rPr lang="en-US" sz="1400" b="1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sz="14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·3</a:t>
            </a:r>
            <a:endParaRPr lang="en-US" sz="1400" b="1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112 CuadroTexto"/>
          <p:cNvSpPr txBox="1"/>
          <p:nvPr/>
        </p:nvSpPr>
        <p:spPr>
          <a:xfrm>
            <a:off x="3176989" y="2389071"/>
            <a:ext cx="5309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</a:t>
            </a:r>
            <a:r>
              <a:rPr lang="en-US" sz="1400" b="1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sz="14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·5</a:t>
            </a:r>
            <a:endParaRPr lang="en-US" sz="1400" b="1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113 CuadroTexto"/>
          <p:cNvSpPr txBox="1"/>
          <p:nvPr/>
        </p:nvSpPr>
        <p:spPr>
          <a:xfrm>
            <a:off x="3176989" y="3440875"/>
            <a:ext cx="5309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</a:t>
            </a:r>
            <a:r>
              <a:rPr lang="en-US" sz="1400" b="1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sz="14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·5</a:t>
            </a:r>
            <a:endParaRPr lang="en-US" sz="1400" b="1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" name="114 CuadroTexto"/>
          <p:cNvSpPr txBox="1"/>
          <p:nvPr/>
        </p:nvSpPr>
        <p:spPr>
          <a:xfrm>
            <a:off x="3203848" y="4417367"/>
            <a:ext cx="5309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</a:t>
            </a:r>
            <a:r>
              <a:rPr lang="en-US" sz="1400" b="1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sz="14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·5</a:t>
            </a:r>
            <a:endParaRPr lang="en-US" sz="1400" b="1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6" name="115 CuadroTexto"/>
          <p:cNvSpPr txBox="1"/>
          <p:nvPr/>
        </p:nvSpPr>
        <p:spPr>
          <a:xfrm>
            <a:off x="3203848" y="5485612"/>
            <a:ext cx="5309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</a:t>
            </a:r>
            <a:r>
              <a:rPr lang="en-US" sz="1400" b="1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sz="14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·5</a:t>
            </a:r>
            <a:endParaRPr lang="en-US" sz="1400" b="1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116 CuadroTexto"/>
          <p:cNvSpPr txBox="1"/>
          <p:nvPr/>
        </p:nvSpPr>
        <p:spPr>
          <a:xfrm>
            <a:off x="2843808" y="3121223"/>
            <a:ext cx="5309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</a:t>
            </a:r>
            <a:r>
              <a:rPr lang="en-US" sz="1400" b="1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sz="14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·3</a:t>
            </a:r>
            <a:endParaRPr lang="en-US" sz="1400" b="1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117 CuadroTexto"/>
          <p:cNvSpPr txBox="1"/>
          <p:nvPr/>
        </p:nvSpPr>
        <p:spPr>
          <a:xfrm>
            <a:off x="2843808" y="4113455"/>
            <a:ext cx="5309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</a:t>
            </a:r>
            <a:r>
              <a:rPr lang="en-US" sz="1400" b="1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sz="14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·3</a:t>
            </a:r>
            <a:endParaRPr lang="en-US" sz="1400" b="1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118 CuadroTexto"/>
          <p:cNvSpPr txBox="1"/>
          <p:nvPr/>
        </p:nvSpPr>
        <p:spPr>
          <a:xfrm>
            <a:off x="2843808" y="5169067"/>
            <a:ext cx="5309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</a:t>
            </a:r>
            <a:r>
              <a:rPr lang="en-US" sz="1400" b="1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sz="14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·3</a:t>
            </a:r>
            <a:endParaRPr lang="en-US" sz="1400" b="1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119 CuadroTexto"/>
          <p:cNvSpPr txBox="1"/>
          <p:nvPr/>
        </p:nvSpPr>
        <p:spPr>
          <a:xfrm>
            <a:off x="4066469" y="5929535"/>
            <a:ext cx="5309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</a:t>
            </a:r>
            <a:r>
              <a:rPr lang="en-US" sz="1400" b="1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sz="14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·3</a:t>
            </a:r>
            <a:endParaRPr lang="en-US" sz="1400" b="1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120 CuadroTexto"/>
          <p:cNvSpPr txBox="1"/>
          <p:nvPr/>
        </p:nvSpPr>
        <p:spPr>
          <a:xfrm>
            <a:off x="4139952" y="4489375"/>
            <a:ext cx="5309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</a:t>
            </a:r>
            <a:r>
              <a:rPr lang="en-US" sz="1400" b="1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sz="14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·3</a:t>
            </a:r>
            <a:endParaRPr lang="en-US" sz="1400" b="1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121 CuadroTexto"/>
          <p:cNvSpPr txBox="1"/>
          <p:nvPr/>
        </p:nvSpPr>
        <p:spPr>
          <a:xfrm>
            <a:off x="4092452" y="3508878"/>
            <a:ext cx="5309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</a:t>
            </a:r>
            <a:r>
              <a:rPr lang="en-US" sz="1400" b="1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sz="14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·3</a:t>
            </a:r>
            <a:endParaRPr lang="en-US" sz="1400" b="1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" name="122 CuadroTexto"/>
          <p:cNvSpPr txBox="1"/>
          <p:nvPr/>
        </p:nvSpPr>
        <p:spPr>
          <a:xfrm>
            <a:off x="4139952" y="2468388"/>
            <a:ext cx="5309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</a:t>
            </a:r>
            <a:r>
              <a:rPr lang="en-US" sz="1400" b="1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sz="14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·3</a:t>
            </a:r>
            <a:endParaRPr lang="en-US" sz="1400" b="1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128 CuadroTexto"/>
          <p:cNvSpPr txBox="1"/>
          <p:nvPr/>
        </p:nvSpPr>
        <p:spPr>
          <a:xfrm>
            <a:off x="4499992" y="5773644"/>
            <a:ext cx="4329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V</a:t>
            </a:r>
            <a:r>
              <a:rPr lang="en-US" sz="1400" b="1" baseline="-250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11</a:t>
            </a:r>
            <a:endParaRPr lang="en-US" sz="1400" b="1" baseline="-25000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129 CuadroTexto"/>
          <p:cNvSpPr txBox="1"/>
          <p:nvPr/>
        </p:nvSpPr>
        <p:spPr>
          <a:xfrm>
            <a:off x="3780202" y="5630130"/>
            <a:ext cx="4395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sz="1400" b="1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d1</a:t>
            </a:r>
            <a:endParaRPr lang="en-US" sz="1400" b="1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130 CuadroTexto"/>
          <p:cNvSpPr txBox="1"/>
          <p:nvPr/>
        </p:nvSpPr>
        <p:spPr>
          <a:xfrm>
            <a:off x="3731654" y="4481505"/>
            <a:ext cx="4395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sz="1400" b="1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d2</a:t>
            </a:r>
            <a:endParaRPr lang="en-US" sz="1400" b="1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2" name="131 CuadroTexto"/>
          <p:cNvSpPr txBox="1"/>
          <p:nvPr/>
        </p:nvSpPr>
        <p:spPr>
          <a:xfrm>
            <a:off x="3707904" y="3532628"/>
            <a:ext cx="4395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sz="1400" b="1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d3</a:t>
            </a:r>
            <a:endParaRPr lang="en-US" sz="1400" b="1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" name="132 CuadroTexto"/>
          <p:cNvSpPr txBox="1"/>
          <p:nvPr/>
        </p:nvSpPr>
        <p:spPr>
          <a:xfrm>
            <a:off x="3696029" y="2456513"/>
            <a:ext cx="4395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sz="1400" b="1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d4</a:t>
            </a:r>
            <a:endParaRPr lang="en-US" sz="1400" b="1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133 CuadroTexto"/>
          <p:cNvSpPr txBox="1"/>
          <p:nvPr/>
        </p:nvSpPr>
        <p:spPr>
          <a:xfrm>
            <a:off x="4283968" y="5589240"/>
            <a:ext cx="4821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sz="1400" b="1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T11</a:t>
            </a:r>
            <a:endParaRPr lang="en-US" sz="1400" b="1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5" name="134 CuadroTexto"/>
          <p:cNvSpPr txBox="1"/>
          <p:nvPr/>
        </p:nvSpPr>
        <p:spPr>
          <a:xfrm>
            <a:off x="4716016" y="5229200"/>
            <a:ext cx="4887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sz="1400" b="1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T12</a:t>
            </a:r>
            <a:endParaRPr lang="en-US" sz="1400" b="1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6" name="135 CuadroTexto"/>
          <p:cNvSpPr txBox="1"/>
          <p:nvPr/>
        </p:nvSpPr>
        <p:spPr>
          <a:xfrm>
            <a:off x="4211960" y="4849415"/>
            <a:ext cx="4887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sz="1400" b="1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T21</a:t>
            </a:r>
            <a:endParaRPr lang="en-US" sz="1400" b="1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7" name="136 CuadroTexto"/>
          <p:cNvSpPr txBox="1"/>
          <p:nvPr/>
        </p:nvSpPr>
        <p:spPr>
          <a:xfrm>
            <a:off x="4606109" y="4129335"/>
            <a:ext cx="4887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sz="1400" b="1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T22</a:t>
            </a:r>
            <a:endParaRPr lang="en-US" sz="1400" b="1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8" name="137 CuadroTexto"/>
          <p:cNvSpPr txBox="1"/>
          <p:nvPr/>
        </p:nvSpPr>
        <p:spPr>
          <a:xfrm>
            <a:off x="4283968" y="3827912"/>
            <a:ext cx="4887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sz="1400" b="1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T31</a:t>
            </a:r>
            <a:endParaRPr lang="en-US" sz="1400" b="1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9" name="138 CuadroTexto"/>
          <p:cNvSpPr txBox="1"/>
          <p:nvPr/>
        </p:nvSpPr>
        <p:spPr>
          <a:xfrm>
            <a:off x="4572000" y="3212976"/>
            <a:ext cx="4887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sz="1400" b="1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T32</a:t>
            </a:r>
            <a:endParaRPr lang="en-US" sz="1400" b="1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0" name="139 CuadroTexto"/>
          <p:cNvSpPr txBox="1"/>
          <p:nvPr/>
        </p:nvSpPr>
        <p:spPr>
          <a:xfrm>
            <a:off x="4283968" y="2833191"/>
            <a:ext cx="4887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sz="1400" b="1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T41</a:t>
            </a:r>
            <a:endParaRPr lang="en-US" sz="1400" b="1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1" name="140 CuadroTexto"/>
          <p:cNvSpPr txBox="1"/>
          <p:nvPr/>
        </p:nvSpPr>
        <p:spPr>
          <a:xfrm>
            <a:off x="4584633" y="2169239"/>
            <a:ext cx="4887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sz="1400" b="1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T42</a:t>
            </a:r>
            <a:endParaRPr lang="en-US" sz="1400" b="1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2" name="141 CuadroTexto"/>
          <p:cNvSpPr txBox="1"/>
          <p:nvPr/>
        </p:nvSpPr>
        <p:spPr>
          <a:xfrm>
            <a:off x="4860032" y="5487392"/>
            <a:ext cx="4395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V</a:t>
            </a:r>
            <a:r>
              <a:rPr lang="en-US" sz="1400" b="1" baseline="-250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12</a:t>
            </a:r>
            <a:endParaRPr lang="en-US" sz="1400" b="1" baseline="-25000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" name="142 CuadroTexto"/>
          <p:cNvSpPr txBox="1"/>
          <p:nvPr/>
        </p:nvSpPr>
        <p:spPr>
          <a:xfrm>
            <a:off x="4499992" y="4705399"/>
            <a:ext cx="4395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V</a:t>
            </a:r>
            <a:r>
              <a:rPr lang="en-US" sz="1400" b="1" baseline="-250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21</a:t>
            </a:r>
            <a:endParaRPr lang="en-US" sz="1400" b="1" baseline="-25000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4" name="143 CuadroTexto"/>
          <p:cNvSpPr txBox="1"/>
          <p:nvPr/>
        </p:nvSpPr>
        <p:spPr>
          <a:xfrm>
            <a:off x="4716016" y="4345359"/>
            <a:ext cx="4395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V</a:t>
            </a:r>
            <a:r>
              <a:rPr lang="en-US" sz="1400" b="1" baseline="-250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22</a:t>
            </a:r>
            <a:endParaRPr lang="en-US" sz="1400" b="1" baseline="-25000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5" name="144 CuadroTexto"/>
          <p:cNvSpPr txBox="1"/>
          <p:nvPr/>
        </p:nvSpPr>
        <p:spPr>
          <a:xfrm>
            <a:off x="4427984" y="3697287"/>
            <a:ext cx="4395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V</a:t>
            </a:r>
            <a:r>
              <a:rPr lang="en-US" sz="1400" b="1" baseline="-250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31</a:t>
            </a:r>
            <a:endParaRPr lang="en-US" sz="1400" b="1" baseline="-25000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6" name="145 CuadroTexto"/>
          <p:cNvSpPr txBox="1"/>
          <p:nvPr/>
        </p:nvSpPr>
        <p:spPr>
          <a:xfrm>
            <a:off x="4788024" y="3411035"/>
            <a:ext cx="4395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V</a:t>
            </a:r>
            <a:r>
              <a:rPr lang="en-US" sz="1400" b="1" baseline="-250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32</a:t>
            </a:r>
            <a:endParaRPr lang="en-US" sz="1400" b="1" baseline="-25000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7" name="146 CuadroTexto"/>
          <p:cNvSpPr txBox="1"/>
          <p:nvPr/>
        </p:nvSpPr>
        <p:spPr>
          <a:xfrm>
            <a:off x="4487814" y="2636912"/>
            <a:ext cx="4395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V</a:t>
            </a:r>
            <a:r>
              <a:rPr lang="en-US" sz="1400" b="1" baseline="-250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41</a:t>
            </a:r>
            <a:endParaRPr lang="en-US" sz="1400" b="1" baseline="-25000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8" name="147 CuadroTexto"/>
          <p:cNvSpPr txBox="1"/>
          <p:nvPr/>
        </p:nvSpPr>
        <p:spPr>
          <a:xfrm>
            <a:off x="4788024" y="2401143"/>
            <a:ext cx="4395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V</a:t>
            </a:r>
            <a:r>
              <a:rPr lang="en-US" sz="1400" b="1" baseline="-250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42</a:t>
            </a:r>
            <a:endParaRPr lang="en-US" sz="1400" b="1" baseline="-25000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1" name="150 CuadroTexto"/>
          <p:cNvSpPr txBox="1"/>
          <p:nvPr/>
        </p:nvSpPr>
        <p:spPr>
          <a:xfrm>
            <a:off x="4070864" y="2231374"/>
            <a:ext cx="6303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</a:t>
            </a:r>
            <a:r>
              <a:rPr lang="en-US" sz="1400" b="1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sz="14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·10</a:t>
            </a:r>
            <a:endParaRPr lang="en-US" sz="1400" b="1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2" name="151 CuadroTexto"/>
          <p:cNvSpPr txBox="1"/>
          <p:nvPr/>
        </p:nvSpPr>
        <p:spPr>
          <a:xfrm>
            <a:off x="4067944" y="3277114"/>
            <a:ext cx="6303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</a:t>
            </a:r>
            <a:r>
              <a:rPr lang="en-US" sz="1400" b="1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sz="14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·10</a:t>
            </a:r>
            <a:endParaRPr lang="en-US" sz="1400" b="1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" name="152 CuadroTexto"/>
          <p:cNvSpPr txBox="1"/>
          <p:nvPr/>
        </p:nvSpPr>
        <p:spPr>
          <a:xfrm>
            <a:off x="4067944" y="4221088"/>
            <a:ext cx="6303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</a:t>
            </a:r>
            <a:r>
              <a:rPr lang="en-US" sz="1400" b="1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sz="14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·10</a:t>
            </a:r>
            <a:endParaRPr lang="en-US" sz="1400" b="1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4" name="153 CuadroTexto"/>
          <p:cNvSpPr txBox="1"/>
          <p:nvPr/>
        </p:nvSpPr>
        <p:spPr>
          <a:xfrm>
            <a:off x="4085715" y="5353471"/>
            <a:ext cx="6303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</a:t>
            </a:r>
            <a:r>
              <a:rPr lang="en-US" sz="1400" b="1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sz="14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·10</a:t>
            </a:r>
            <a:endParaRPr lang="en-US" sz="1400" b="1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5" name="154 Rectángulo"/>
          <p:cNvSpPr/>
          <p:nvPr/>
        </p:nvSpPr>
        <p:spPr>
          <a:xfrm>
            <a:off x="2555776" y="3429000"/>
            <a:ext cx="668708" cy="5187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56" name="155 Rectángulo"/>
          <p:cNvSpPr/>
          <p:nvPr/>
        </p:nvSpPr>
        <p:spPr>
          <a:xfrm>
            <a:off x="2555776" y="4437112"/>
            <a:ext cx="668708" cy="5187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57" name="156 Rectángulo"/>
          <p:cNvSpPr/>
          <p:nvPr/>
        </p:nvSpPr>
        <p:spPr>
          <a:xfrm>
            <a:off x="2555776" y="5550004"/>
            <a:ext cx="668708" cy="5187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163" name="162 Grupo"/>
          <p:cNvGrpSpPr/>
          <p:nvPr/>
        </p:nvGrpSpPr>
        <p:grpSpPr>
          <a:xfrm>
            <a:off x="2864444" y="2429397"/>
            <a:ext cx="360040" cy="219426"/>
            <a:chOff x="6804248" y="1892035"/>
            <a:chExt cx="360040" cy="219426"/>
          </a:xfrm>
        </p:grpSpPr>
        <p:cxnSp>
          <p:nvCxnSpPr>
            <p:cNvPr id="159" name="158 Conector recto"/>
            <p:cNvCxnSpPr/>
            <p:nvPr/>
          </p:nvCxnSpPr>
          <p:spPr>
            <a:xfrm>
              <a:off x="6816123" y="1892035"/>
              <a:ext cx="0" cy="219426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161 Conector recto de flecha"/>
            <p:cNvCxnSpPr/>
            <p:nvPr/>
          </p:nvCxnSpPr>
          <p:spPr>
            <a:xfrm>
              <a:off x="6804248" y="2111461"/>
              <a:ext cx="360040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6" name="165 Grupo"/>
          <p:cNvGrpSpPr/>
          <p:nvPr/>
        </p:nvGrpSpPr>
        <p:grpSpPr>
          <a:xfrm>
            <a:off x="2856441" y="3497606"/>
            <a:ext cx="360040" cy="219426"/>
            <a:chOff x="6804248" y="1892035"/>
            <a:chExt cx="360040" cy="219426"/>
          </a:xfrm>
        </p:grpSpPr>
        <p:cxnSp>
          <p:nvCxnSpPr>
            <p:cNvPr id="167" name="166 Conector recto"/>
            <p:cNvCxnSpPr/>
            <p:nvPr/>
          </p:nvCxnSpPr>
          <p:spPr>
            <a:xfrm>
              <a:off x="6816123" y="1892035"/>
              <a:ext cx="0" cy="219426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167 Conector recto de flecha"/>
            <p:cNvCxnSpPr/>
            <p:nvPr/>
          </p:nvCxnSpPr>
          <p:spPr>
            <a:xfrm>
              <a:off x="6804248" y="2111461"/>
              <a:ext cx="360040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9" name="168 Grupo"/>
          <p:cNvGrpSpPr/>
          <p:nvPr/>
        </p:nvGrpSpPr>
        <p:grpSpPr>
          <a:xfrm>
            <a:off x="2855683" y="4472737"/>
            <a:ext cx="360040" cy="219426"/>
            <a:chOff x="6804248" y="1892035"/>
            <a:chExt cx="360040" cy="219426"/>
          </a:xfrm>
        </p:grpSpPr>
        <p:cxnSp>
          <p:nvCxnSpPr>
            <p:cNvPr id="170" name="169 Conector recto"/>
            <p:cNvCxnSpPr/>
            <p:nvPr/>
          </p:nvCxnSpPr>
          <p:spPr>
            <a:xfrm>
              <a:off x="6816123" y="1892035"/>
              <a:ext cx="0" cy="219426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170 Conector recto de flecha"/>
            <p:cNvCxnSpPr/>
            <p:nvPr/>
          </p:nvCxnSpPr>
          <p:spPr>
            <a:xfrm>
              <a:off x="6804248" y="2111461"/>
              <a:ext cx="360040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2" name="171 Grupo"/>
          <p:cNvGrpSpPr/>
          <p:nvPr/>
        </p:nvGrpSpPr>
        <p:grpSpPr>
          <a:xfrm>
            <a:off x="2843808" y="5601873"/>
            <a:ext cx="360040" cy="219426"/>
            <a:chOff x="6804248" y="1892035"/>
            <a:chExt cx="360040" cy="219426"/>
          </a:xfrm>
        </p:grpSpPr>
        <p:cxnSp>
          <p:nvCxnSpPr>
            <p:cNvPr id="173" name="172 Conector recto"/>
            <p:cNvCxnSpPr/>
            <p:nvPr/>
          </p:nvCxnSpPr>
          <p:spPr>
            <a:xfrm>
              <a:off x="6816123" y="1892035"/>
              <a:ext cx="0" cy="219426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173 Conector recto de flecha"/>
            <p:cNvCxnSpPr/>
            <p:nvPr/>
          </p:nvCxnSpPr>
          <p:spPr>
            <a:xfrm>
              <a:off x="6804248" y="2111461"/>
              <a:ext cx="360040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5" name="164 Conector recto de flecha"/>
          <p:cNvCxnSpPr/>
          <p:nvPr/>
        </p:nvCxnSpPr>
        <p:spPr>
          <a:xfrm>
            <a:off x="2873960" y="2586295"/>
            <a:ext cx="0" cy="290391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176 Conector recto de flecha"/>
          <p:cNvCxnSpPr/>
          <p:nvPr/>
        </p:nvCxnSpPr>
        <p:spPr>
          <a:xfrm>
            <a:off x="2879433" y="3642665"/>
            <a:ext cx="0" cy="290391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177 Conector recto de flecha"/>
          <p:cNvCxnSpPr/>
          <p:nvPr/>
        </p:nvCxnSpPr>
        <p:spPr>
          <a:xfrm>
            <a:off x="2867558" y="4616753"/>
            <a:ext cx="0" cy="290391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178 Conector recto de flecha"/>
          <p:cNvCxnSpPr/>
          <p:nvPr/>
        </p:nvCxnSpPr>
        <p:spPr>
          <a:xfrm>
            <a:off x="2844566" y="5730897"/>
            <a:ext cx="0" cy="290391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179 CuadroTexto"/>
          <p:cNvSpPr txBox="1"/>
          <p:nvPr/>
        </p:nvSpPr>
        <p:spPr>
          <a:xfrm>
            <a:off x="2474435" y="5601873"/>
            <a:ext cx="4395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sz="1400" b="1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p1</a:t>
            </a:r>
            <a:endParaRPr lang="en-US" sz="1400" b="1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1" name="180 CuadroTexto"/>
          <p:cNvSpPr txBox="1"/>
          <p:nvPr/>
        </p:nvSpPr>
        <p:spPr>
          <a:xfrm>
            <a:off x="2483768" y="4509120"/>
            <a:ext cx="4395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sz="1400" b="1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p2</a:t>
            </a:r>
            <a:endParaRPr lang="en-US" sz="1400" b="1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2" name="181 CuadroTexto"/>
          <p:cNvSpPr txBox="1"/>
          <p:nvPr/>
        </p:nvSpPr>
        <p:spPr>
          <a:xfrm>
            <a:off x="2471893" y="3609399"/>
            <a:ext cx="4395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sz="1400" b="1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p3</a:t>
            </a:r>
            <a:endParaRPr lang="en-US" sz="1400" b="1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3" name="182 CuadroTexto"/>
          <p:cNvSpPr txBox="1"/>
          <p:nvPr/>
        </p:nvSpPr>
        <p:spPr>
          <a:xfrm>
            <a:off x="2483768" y="2504771"/>
            <a:ext cx="4395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sz="1400" b="1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p4</a:t>
            </a:r>
            <a:endParaRPr lang="en-US" sz="1400" b="1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4" name="183 CuadroTexto"/>
          <p:cNvSpPr txBox="1"/>
          <p:nvPr/>
        </p:nvSpPr>
        <p:spPr>
          <a:xfrm>
            <a:off x="2815728" y="2337714"/>
            <a:ext cx="4812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sz="1400" b="1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dr4</a:t>
            </a:r>
            <a:endParaRPr lang="en-US" sz="1400" b="1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5" name="184 CuadroTexto"/>
          <p:cNvSpPr txBox="1"/>
          <p:nvPr/>
        </p:nvSpPr>
        <p:spPr>
          <a:xfrm>
            <a:off x="2820058" y="3380742"/>
            <a:ext cx="4812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sz="1400" b="1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dr3</a:t>
            </a:r>
            <a:endParaRPr lang="en-US" sz="1400" b="1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7" name="186 CuadroTexto"/>
          <p:cNvSpPr txBox="1"/>
          <p:nvPr/>
        </p:nvSpPr>
        <p:spPr>
          <a:xfrm>
            <a:off x="2818384" y="4380984"/>
            <a:ext cx="4812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sz="1400" b="1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dr2</a:t>
            </a:r>
            <a:endParaRPr lang="en-US" sz="1400" b="1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8" name="187 CuadroTexto"/>
          <p:cNvSpPr txBox="1"/>
          <p:nvPr/>
        </p:nvSpPr>
        <p:spPr>
          <a:xfrm>
            <a:off x="2808183" y="5497487"/>
            <a:ext cx="4812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sz="1400" b="1" baseline="-250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dr1</a:t>
            </a:r>
            <a:endParaRPr lang="en-US" sz="1400" b="1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9" name="188 CuadroTexto"/>
          <p:cNvSpPr txBox="1"/>
          <p:nvPr/>
        </p:nvSpPr>
        <p:spPr>
          <a:xfrm>
            <a:off x="2336004" y="2103562"/>
            <a:ext cx="4395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sz="1400" b="1" baseline="-250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  <a:endParaRPr lang="en-US" sz="1400" b="1" baseline="-25000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0" name="189 CuadroTexto"/>
          <p:cNvSpPr txBox="1"/>
          <p:nvPr/>
        </p:nvSpPr>
        <p:spPr>
          <a:xfrm>
            <a:off x="2339752" y="3145731"/>
            <a:ext cx="4395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sz="1400" b="1" baseline="-250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endParaRPr lang="en-US" sz="1400" b="1" baseline="-25000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1" name="190 CuadroTexto"/>
          <p:cNvSpPr txBox="1"/>
          <p:nvPr/>
        </p:nvSpPr>
        <p:spPr>
          <a:xfrm>
            <a:off x="2332256" y="4116702"/>
            <a:ext cx="4395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sz="1400" b="1" baseline="-250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endParaRPr lang="en-US" sz="1400" b="1" baseline="-25000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2" name="191 CuadroTexto"/>
          <p:cNvSpPr txBox="1"/>
          <p:nvPr/>
        </p:nvSpPr>
        <p:spPr>
          <a:xfrm>
            <a:off x="2332256" y="5209455"/>
            <a:ext cx="4395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sz="1400" b="1" baseline="-250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endParaRPr lang="en-US" sz="1400" b="1" baseline="-25000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7" name="196 CuadroTexto"/>
          <p:cNvSpPr txBox="1"/>
          <p:nvPr/>
        </p:nvSpPr>
        <p:spPr>
          <a:xfrm>
            <a:off x="5364088" y="1835532"/>
            <a:ext cx="2418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+G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</a:t>
            </a:r>
            <a:r>
              <a:rPr lang="en-US" b="1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·10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</a:t>
            </a:r>
            <a:r>
              <a:rPr lang="en-US" b="1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·3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9" name="198 CuadroTexto"/>
          <p:cNvSpPr txBox="1"/>
          <p:nvPr/>
        </p:nvSpPr>
        <p:spPr>
          <a:xfrm>
            <a:off x="5364088" y="2915652"/>
            <a:ext cx="18870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-L</a:t>
            </a:r>
            <a:r>
              <a:rPr lang="en-US" b="1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p4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</a:t>
            </a:r>
            <a:r>
              <a:rPr lang="en-US" b="1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·3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0" name="199 CuadroTexto"/>
          <p:cNvSpPr txBox="1"/>
          <p:nvPr/>
        </p:nvSpPr>
        <p:spPr>
          <a:xfrm>
            <a:off x="5390206" y="3923764"/>
            <a:ext cx="18870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-L</a:t>
            </a:r>
            <a:r>
              <a:rPr lang="en-US" b="1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p3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</a:t>
            </a:r>
            <a:r>
              <a:rPr lang="en-US" b="1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·3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1" name="200 CuadroTexto"/>
          <p:cNvSpPr txBox="1"/>
          <p:nvPr/>
        </p:nvSpPr>
        <p:spPr>
          <a:xfrm>
            <a:off x="5364088" y="5003884"/>
            <a:ext cx="18870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-L</a:t>
            </a:r>
            <a:r>
              <a:rPr lang="en-US" b="1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p2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</a:t>
            </a:r>
            <a:r>
              <a:rPr lang="en-US" b="1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·3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2" name="201 CuadroTexto"/>
          <p:cNvSpPr txBox="1"/>
          <p:nvPr/>
        </p:nvSpPr>
        <p:spPr>
          <a:xfrm>
            <a:off x="5396916" y="2195572"/>
            <a:ext cx="3375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42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-L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dr4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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·5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-L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d4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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·10-L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T42</a:t>
            </a:r>
            <a:endParaRPr lang="en-US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3" name="202 CuadroTexto"/>
          <p:cNvSpPr txBox="1"/>
          <p:nvPr/>
        </p:nvSpPr>
        <p:spPr>
          <a:xfrm>
            <a:off x="5400471" y="2507354"/>
            <a:ext cx="3375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41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-L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dr4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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·5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-L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d4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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·3-L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T41</a:t>
            </a:r>
            <a:endParaRPr lang="en-US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" name="203 CuadroTexto"/>
          <p:cNvSpPr txBox="1"/>
          <p:nvPr/>
        </p:nvSpPr>
        <p:spPr>
          <a:xfrm>
            <a:off x="5364846" y="3275692"/>
            <a:ext cx="3375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32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-L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dr3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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·5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-L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d3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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·10-L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T32</a:t>
            </a:r>
            <a:endParaRPr lang="en-US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" name="204 CuadroTexto"/>
          <p:cNvSpPr txBox="1"/>
          <p:nvPr/>
        </p:nvSpPr>
        <p:spPr>
          <a:xfrm>
            <a:off x="5368401" y="3587474"/>
            <a:ext cx="3375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31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-L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dr3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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·5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-L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d3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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·3-L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T31</a:t>
            </a:r>
            <a:endParaRPr lang="en-US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6" name="205 CuadroTexto"/>
          <p:cNvSpPr txBox="1"/>
          <p:nvPr/>
        </p:nvSpPr>
        <p:spPr>
          <a:xfrm>
            <a:off x="5364088" y="4260054"/>
            <a:ext cx="3375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22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-L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dr2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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·5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-L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d2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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·10-L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T22</a:t>
            </a:r>
            <a:endParaRPr lang="en-US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7" name="206 CuadroTexto"/>
          <p:cNvSpPr txBox="1"/>
          <p:nvPr/>
        </p:nvSpPr>
        <p:spPr>
          <a:xfrm>
            <a:off x="5367643" y="4571836"/>
            <a:ext cx="3246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21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-L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dr2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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·5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-L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d2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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·3-L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T21</a:t>
            </a:r>
            <a:endParaRPr lang="en-US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8" name="207 CuadroTexto"/>
          <p:cNvSpPr txBox="1"/>
          <p:nvPr/>
        </p:nvSpPr>
        <p:spPr>
          <a:xfrm>
            <a:off x="5364088" y="5301208"/>
            <a:ext cx="3375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-L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dr1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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·5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-L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d1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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·10-L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T12</a:t>
            </a:r>
            <a:endParaRPr lang="en-US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9" name="208 CuadroTexto"/>
          <p:cNvSpPr txBox="1"/>
          <p:nvPr/>
        </p:nvSpPr>
        <p:spPr>
          <a:xfrm>
            <a:off x="5367643" y="5612990"/>
            <a:ext cx="3246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-L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dr1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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·5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-L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d1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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·3-L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T11</a:t>
            </a:r>
            <a:endParaRPr lang="en-US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36934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Forma en L"/>
          <p:cNvSpPr/>
          <p:nvPr/>
        </p:nvSpPr>
        <p:spPr>
          <a:xfrm rot="5400000">
            <a:off x="1108166" y="-1177835"/>
            <a:ext cx="6891161" cy="9180514"/>
          </a:xfrm>
          <a:prstGeom prst="corner">
            <a:avLst>
              <a:gd name="adj1" fmla="val 9937"/>
              <a:gd name="adj2" fmla="val 10583"/>
            </a:avLst>
          </a:prstGeom>
          <a:gradFill flip="none" rotWithShape="1">
            <a:gsLst>
              <a:gs pos="100000">
                <a:srgbClr val="83A62A"/>
              </a:gs>
              <a:gs pos="0">
                <a:schemeClr val="tx1"/>
              </a:gs>
              <a:gs pos="9000">
                <a:schemeClr val="tx1"/>
              </a:gs>
              <a:gs pos="24000">
                <a:schemeClr val="accent3">
                  <a:lumMod val="50000"/>
                </a:schemeClr>
              </a:gs>
              <a:gs pos="61000">
                <a:srgbClr val="83A62A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innerShdw blurRad="63500" dist="1016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CuadroTexto"/>
          <p:cNvSpPr txBox="1"/>
          <p:nvPr/>
        </p:nvSpPr>
        <p:spPr>
          <a:xfrm>
            <a:off x="3816107" y="-33159"/>
            <a:ext cx="19800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1"/>
            <a:ext cx="713290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6178" y="6309320"/>
            <a:ext cx="451366" cy="365125"/>
          </a:xfrm>
        </p:spPr>
        <p:txBody>
          <a:bodyPr/>
          <a:lstStyle/>
          <a:p>
            <a:fld id="{DAD8BA2F-E335-4939-99DC-A7E50E548284}" type="slidenum">
              <a: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48</a:t>
            </a:fld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6" name="185 CuadroTexto"/>
          <p:cNvSpPr txBox="1"/>
          <p:nvPr/>
        </p:nvSpPr>
        <p:spPr>
          <a:xfrm>
            <a:off x="3419872" y="692696"/>
            <a:ext cx="25827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u="sng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Componentes</a:t>
            </a:r>
          </a:p>
        </p:txBody>
      </p:sp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260055"/>
              </p:ext>
            </p:extLst>
          </p:nvPr>
        </p:nvGraphicFramePr>
        <p:xfrm>
          <a:off x="750811" y="1721824"/>
          <a:ext cx="7920880" cy="33811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18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3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48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13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3998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 err="1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Preamplificador</a:t>
                      </a:r>
                      <a:endParaRPr lang="en-US" sz="1400" b="1" i="0" u="none" strike="noStrike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ganancia (dB)</a:t>
                      </a:r>
                      <a:endParaRPr lang="en-US" sz="1400" b="1" i="0" u="none" strike="noStrike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F(dB)</a:t>
                      </a:r>
                      <a:endParaRPr lang="en-US" sz="1400" b="1" i="0" u="none" strike="noStrike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 err="1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Número</a:t>
                      </a:r>
                      <a:endParaRPr lang="en-US" sz="1400" b="1" i="0" u="none" strike="noStrike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24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Televés-5081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246"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 MHz</a:t>
                      </a: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 MHz</a:t>
                      </a: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2500 MHz</a:t>
                      </a: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2500 MHz</a:t>
                      </a: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24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 err="1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Derivadores</a:t>
                      </a:r>
                      <a:endParaRPr lang="en-US" sz="1400" b="1" i="0" u="none" strike="noStrike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 err="1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LPaso</a:t>
                      </a:r>
                      <a:r>
                        <a:rPr lang="en-US" sz="1400" b="1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(dB)</a:t>
                      </a:r>
                      <a:endParaRPr lang="en-US" sz="1400" b="1" i="0" u="none" strike="noStrike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 err="1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Lder</a:t>
                      </a:r>
                      <a:r>
                        <a:rPr lang="en-US" sz="1400" b="1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(dB)</a:t>
                      </a:r>
                      <a:endParaRPr lang="en-US" sz="1400" b="1" i="0" u="none" strike="noStrike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 err="1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LPaso</a:t>
                      </a:r>
                      <a:r>
                        <a:rPr lang="en-US" sz="1400" b="1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(dB)</a:t>
                      </a:r>
                      <a:endParaRPr lang="en-US" sz="1400" b="1" i="0" u="none" strike="noStrike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 err="1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Lder</a:t>
                      </a:r>
                      <a:r>
                        <a:rPr lang="en-US" sz="1400" b="1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(dB)</a:t>
                      </a:r>
                      <a:endParaRPr lang="en-US" sz="1400" b="1" i="0" u="none" strike="noStrike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24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Alcad-9060031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24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Alcad-9060032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18.5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24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Alcad-9060043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24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Alcad-9060044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24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 err="1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Distribuidores</a:t>
                      </a:r>
                      <a:endParaRPr lang="en-US" sz="1400" b="1" i="0" u="none" strike="noStrike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  <a:r>
                        <a:rPr lang="en-US" sz="1400" b="1" i="0" u="none" strike="noStrike" baseline="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(dB)</a:t>
                      </a:r>
                      <a:endParaRPr lang="en-US" sz="1400" b="1" i="0" u="none" strike="noStrike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L(dB)</a:t>
                      </a:r>
                      <a:endParaRPr lang="en-US" sz="1400" b="1" i="0" u="none" strike="noStrike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1" i="0" u="none" strike="noStrike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1" i="0" u="none" strike="noStrike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24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Alcad</a:t>
                      </a:r>
                      <a:r>
                        <a:rPr lang="en-US" sz="1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-9060041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24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Cable</a:t>
                      </a:r>
                      <a:endParaRPr lang="en-US" sz="1400" b="1" i="0" u="none" strike="noStrike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dB/m</a:t>
                      </a:r>
                      <a:endParaRPr lang="en-US" sz="1400" b="1" i="0" u="none" strike="noStrike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dB/m</a:t>
                      </a:r>
                      <a:endParaRPr lang="en-US" sz="1400" b="1" i="0" u="none" strike="noStrike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1" i="0" u="none" strike="noStrike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1" i="0" u="none" strike="noStrike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24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TelevésT100plus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206 m</a:t>
                      </a: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24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 err="1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Toma</a:t>
                      </a:r>
                      <a:r>
                        <a:rPr lang="en-US" sz="1400" b="1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US" sz="1400" b="1" i="0" u="none" strike="noStrike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L</a:t>
                      </a:r>
                      <a:r>
                        <a:rPr lang="en-US" sz="1400" b="1" u="none" strike="noStrike" baseline="-250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sz="1400" b="1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(dB)</a:t>
                      </a:r>
                      <a:endParaRPr lang="en-US" sz="1400" b="1" i="0" u="none" strike="noStrike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L</a:t>
                      </a:r>
                      <a:r>
                        <a:rPr lang="en-US" sz="1400" b="1" u="none" strike="noStrike" baseline="-250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US" sz="1400" b="1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(dB)</a:t>
                      </a:r>
                      <a:endParaRPr lang="en-US" sz="1400" b="1" i="0" u="none" strike="noStrike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1" i="0" u="none" strike="noStrike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1" i="0" u="none" strike="noStrike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24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Alcad-9070043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9504" marR="9504" marT="950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68414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Forma en L"/>
          <p:cNvSpPr/>
          <p:nvPr/>
        </p:nvSpPr>
        <p:spPr>
          <a:xfrm rot="5400000">
            <a:off x="1108166" y="-1177835"/>
            <a:ext cx="6891161" cy="9180514"/>
          </a:xfrm>
          <a:prstGeom prst="corner">
            <a:avLst>
              <a:gd name="adj1" fmla="val 9937"/>
              <a:gd name="adj2" fmla="val 10583"/>
            </a:avLst>
          </a:prstGeom>
          <a:gradFill flip="none" rotWithShape="1">
            <a:gsLst>
              <a:gs pos="100000">
                <a:srgbClr val="83A62A"/>
              </a:gs>
              <a:gs pos="0">
                <a:schemeClr val="tx1"/>
              </a:gs>
              <a:gs pos="9000">
                <a:schemeClr val="tx1"/>
              </a:gs>
              <a:gs pos="24000">
                <a:schemeClr val="accent3">
                  <a:lumMod val="50000"/>
                </a:schemeClr>
              </a:gs>
              <a:gs pos="61000">
                <a:srgbClr val="83A62A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innerShdw blurRad="63500" dist="1016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CuadroTexto"/>
          <p:cNvSpPr txBox="1"/>
          <p:nvPr/>
        </p:nvSpPr>
        <p:spPr>
          <a:xfrm>
            <a:off x="3816107" y="-33159"/>
            <a:ext cx="19800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1"/>
            <a:ext cx="713290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6178" y="6309320"/>
            <a:ext cx="451366" cy="365125"/>
          </a:xfrm>
        </p:spPr>
        <p:txBody>
          <a:bodyPr/>
          <a:lstStyle/>
          <a:p>
            <a:fld id="{DAD8BA2F-E335-4939-99DC-A7E50E548284}" type="slidenum">
              <a: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49</a:t>
            </a:fld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6" name="185 CuadroTexto"/>
          <p:cNvSpPr txBox="1"/>
          <p:nvPr/>
        </p:nvSpPr>
        <p:spPr>
          <a:xfrm>
            <a:off x="3743971" y="761192"/>
            <a:ext cx="21242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u="sng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Resultados</a:t>
            </a:r>
          </a:p>
        </p:txBody>
      </p:sp>
      <p:graphicFrame>
        <p:nvGraphicFramePr>
          <p:cNvPr id="6" name="5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1782719"/>
              </p:ext>
            </p:extLst>
          </p:nvPr>
        </p:nvGraphicFramePr>
        <p:xfrm>
          <a:off x="1547664" y="1556792"/>
          <a:ext cx="5287048" cy="40728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6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93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40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66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2861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dB</a:t>
                      </a:r>
                      <a:r>
                        <a:rPr lang="el-G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μ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C/N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861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 MHz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2500 MHz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 MHz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2500 MHz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V42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68.82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60.7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57.9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55.6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V41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68.89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62.8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57.9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56.5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V32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67.19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56.5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57.6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53.1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V31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67.26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58.6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57.6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54.4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V22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68.56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54.3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57.8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51.3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V21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68.63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56.4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57.8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V12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66.93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50.1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57.6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47.7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V11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52.2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57.6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49.6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1" name="10 CuadroTexto"/>
          <p:cNvSpPr txBox="1"/>
          <p:nvPr/>
        </p:nvSpPr>
        <p:spPr>
          <a:xfrm>
            <a:off x="1132968" y="5949280"/>
            <a:ext cx="6147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Criterio de diseño: mismo nivel de toma en cada vivienda</a:t>
            </a:r>
          </a:p>
        </p:txBody>
      </p:sp>
    </p:spTree>
    <p:extLst>
      <p:ext uri="{BB962C8B-B14F-4D97-AF65-F5344CB8AC3E}">
        <p14:creationId xmlns:p14="http://schemas.microsoft.com/office/powerpoint/2010/main" val="24309869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Forma en L"/>
          <p:cNvSpPr/>
          <p:nvPr/>
        </p:nvSpPr>
        <p:spPr>
          <a:xfrm rot="5400000">
            <a:off x="1108166" y="-1177835"/>
            <a:ext cx="6891161" cy="9180514"/>
          </a:xfrm>
          <a:prstGeom prst="corner">
            <a:avLst>
              <a:gd name="adj1" fmla="val 9937"/>
              <a:gd name="adj2" fmla="val 10583"/>
            </a:avLst>
          </a:prstGeom>
          <a:gradFill flip="none" rotWithShape="1">
            <a:gsLst>
              <a:gs pos="100000">
                <a:srgbClr val="83A62A"/>
              </a:gs>
              <a:gs pos="0">
                <a:schemeClr val="tx1"/>
              </a:gs>
              <a:gs pos="9000">
                <a:schemeClr val="tx1"/>
              </a:gs>
              <a:gs pos="24000">
                <a:schemeClr val="accent3">
                  <a:lumMod val="50000"/>
                </a:schemeClr>
              </a:gs>
              <a:gs pos="61000">
                <a:srgbClr val="83A62A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innerShdw blurRad="63500" dist="1016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CuadroTexto"/>
          <p:cNvSpPr txBox="1"/>
          <p:nvPr/>
        </p:nvSpPr>
        <p:spPr>
          <a:xfrm>
            <a:off x="1685939" y="0"/>
            <a:ext cx="28264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Información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1"/>
            <a:ext cx="713290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34062" y="6304235"/>
            <a:ext cx="505490" cy="365125"/>
          </a:xfrm>
        </p:spPr>
        <p:txBody>
          <a:bodyPr/>
          <a:lstStyle/>
          <a:p>
            <a:fld id="{DAD8BA2F-E335-4939-99DC-A7E50E548284}" type="slidenum">
              <a: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</a:t>
            </a:fld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90D808F-2646-4452-896D-73EF500A69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6150" y="1389775"/>
            <a:ext cx="3672408" cy="5246297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78E5FCCF-2945-47E9-AF10-C4D550FF0F5E}"/>
              </a:ext>
            </a:extLst>
          </p:cNvPr>
          <p:cNvSpPr txBox="1"/>
          <p:nvPr/>
        </p:nvSpPr>
        <p:spPr>
          <a:xfrm>
            <a:off x="1115616" y="908720"/>
            <a:ext cx="45889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Práctica 4 de laboratorio: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BC436A27-CD4D-4F99-9C4E-985C7148AA9E}"/>
                  </a:ext>
                </a:extLst>
              </p14:cNvPr>
              <p14:cNvContentPartPr/>
              <p14:nvPr/>
            </p14:nvContentPartPr>
            <p14:xfrm>
              <a:off x="2674380" y="2374500"/>
              <a:ext cx="504360" cy="61992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BC436A27-CD4D-4F99-9C4E-985C7148AA9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65380" y="2365500"/>
                <a:ext cx="522000" cy="63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EBED6FB8-5F10-4A25-851E-167C41AADCFE}"/>
                  </a:ext>
                </a:extLst>
              </p14:cNvPr>
              <p14:cNvContentPartPr/>
              <p14:nvPr/>
            </p14:nvContentPartPr>
            <p14:xfrm>
              <a:off x="3643860" y="2118900"/>
              <a:ext cx="531000" cy="592560"/>
            </p14:xfrm>
          </p:contentPart>
        </mc:Choice>
        <mc:Fallback xmlns=""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EBED6FB8-5F10-4A25-851E-167C41AADCF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34860" y="2109900"/>
                <a:ext cx="548640" cy="610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upo 19">
            <a:extLst>
              <a:ext uri="{FF2B5EF4-FFF2-40B4-BE49-F238E27FC236}">
                <a16:creationId xmlns:a16="http://schemas.microsoft.com/office/drawing/2014/main" id="{698FA58F-3440-48E9-B54E-E5B66B18C5EE}"/>
              </a:ext>
            </a:extLst>
          </p:cNvPr>
          <p:cNvGrpSpPr/>
          <p:nvPr/>
        </p:nvGrpSpPr>
        <p:grpSpPr>
          <a:xfrm>
            <a:off x="3711240" y="2626140"/>
            <a:ext cx="663840" cy="986780"/>
            <a:chOff x="3711240" y="2626140"/>
            <a:chExt cx="663840" cy="9867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53482B1A-28A1-4902-89EB-D6FFF40CA644}"/>
                    </a:ext>
                  </a:extLst>
                </p14:cNvPr>
                <p14:cNvContentPartPr/>
                <p14:nvPr/>
              </p14:nvContentPartPr>
              <p14:xfrm>
                <a:off x="3945180" y="2626140"/>
                <a:ext cx="75240" cy="568800"/>
              </p14:xfrm>
            </p:contentPart>
          </mc:Choice>
          <mc:Fallback xmlns=""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53482B1A-28A1-4902-89EB-D6FFF40CA64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936180" y="2617500"/>
                  <a:ext cx="92880" cy="58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18BFD826-F49E-451A-8CFE-784C6DBAF037}"/>
                    </a:ext>
                  </a:extLst>
                </p14:cNvPr>
                <p14:cNvContentPartPr/>
                <p14:nvPr/>
              </p14:nvContentPartPr>
              <p14:xfrm>
                <a:off x="3921780" y="3166860"/>
                <a:ext cx="72000" cy="87120"/>
              </p14:xfrm>
            </p:contentPart>
          </mc:Choice>
          <mc:Fallback xmlns=""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18BFD826-F49E-451A-8CFE-784C6DBAF03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913140" y="3157860"/>
                  <a:ext cx="8964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CD0099BE-B31B-4791-9133-DE1731F23164}"/>
                    </a:ext>
                  </a:extLst>
                </p14:cNvPr>
                <p14:cNvContentPartPr/>
                <p14:nvPr/>
              </p14:nvContentPartPr>
              <p14:xfrm>
                <a:off x="3811700" y="2810280"/>
                <a:ext cx="478800" cy="457200"/>
              </p14:xfrm>
            </p:contentPart>
          </mc:Choice>
          <mc:Fallback xmlns=""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CD0099BE-B31B-4791-9133-DE1731F2316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803060" y="2801640"/>
                  <a:ext cx="496440" cy="47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3E687F31-101B-4603-84A5-229BF38EC0A8}"/>
                    </a:ext>
                  </a:extLst>
                </p14:cNvPr>
                <p14:cNvContentPartPr/>
                <p14:nvPr/>
              </p14:nvContentPartPr>
              <p14:xfrm>
                <a:off x="4239380" y="2920080"/>
                <a:ext cx="56880" cy="49320"/>
              </p14:xfrm>
            </p:contentPart>
          </mc:Choice>
          <mc:Fallback xmlns=""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3E687F31-101B-4603-84A5-229BF38EC0A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230740" y="2911440"/>
                  <a:ext cx="745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652934CE-C096-40ED-8211-32327D84580C}"/>
                    </a:ext>
                  </a:extLst>
                </p14:cNvPr>
                <p14:cNvContentPartPr/>
                <p14:nvPr/>
              </p14:nvContentPartPr>
              <p14:xfrm>
                <a:off x="3711240" y="3069320"/>
                <a:ext cx="636840" cy="488880"/>
              </p14:xfrm>
            </p:contentPart>
          </mc:Choice>
          <mc:Fallback xmlns=""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652934CE-C096-40ED-8211-32327D84580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702240" y="3060680"/>
                  <a:ext cx="654480" cy="50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2962823C-71F0-46F9-84F5-8DCC93D589C2}"/>
                    </a:ext>
                  </a:extLst>
                </p14:cNvPr>
                <p14:cNvContentPartPr/>
                <p14:nvPr/>
              </p14:nvContentPartPr>
              <p14:xfrm>
                <a:off x="4325040" y="3541280"/>
                <a:ext cx="50040" cy="71640"/>
              </p14:xfrm>
            </p:contentPart>
          </mc:Choice>
          <mc:Fallback xmlns=""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2962823C-71F0-46F9-84F5-8DCC93D589C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316400" y="3532280"/>
                  <a:ext cx="67680" cy="89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022772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Forma en L"/>
          <p:cNvSpPr/>
          <p:nvPr/>
        </p:nvSpPr>
        <p:spPr>
          <a:xfrm rot="5400000">
            <a:off x="1108166" y="-1177835"/>
            <a:ext cx="6891161" cy="9180514"/>
          </a:xfrm>
          <a:prstGeom prst="corner">
            <a:avLst>
              <a:gd name="adj1" fmla="val 9937"/>
              <a:gd name="adj2" fmla="val 10583"/>
            </a:avLst>
          </a:prstGeom>
          <a:gradFill flip="none" rotWithShape="1">
            <a:gsLst>
              <a:gs pos="100000">
                <a:srgbClr val="83A62A"/>
              </a:gs>
              <a:gs pos="0">
                <a:schemeClr val="tx1"/>
              </a:gs>
              <a:gs pos="9000">
                <a:schemeClr val="tx1"/>
              </a:gs>
              <a:gs pos="24000">
                <a:schemeClr val="accent3">
                  <a:lumMod val="50000"/>
                </a:schemeClr>
              </a:gs>
              <a:gs pos="61000">
                <a:srgbClr val="83A62A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innerShdw blurRad="63500" dist="1016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CuadroTexto"/>
          <p:cNvSpPr txBox="1"/>
          <p:nvPr/>
        </p:nvSpPr>
        <p:spPr>
          <a:xfrm>
            <a:off x="3705168" y="-33159"/>
            <a:ext cx="15183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</a:p>
        </p:txBody>
      </p:sp>
      <p:sp>
        <p:nvSpPr>
          <p:cNvPr id="4" name="3 CuadroTexto"/>
          <p:cNvSpPr txBox="1"/>
          <p:nvPr/>
        </p:nvSpPr>
        <p:spPr>
          <a:xfrm>
            <a:off x="755576" y="1052736"/>
            <a:ext cx="83910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u="sng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Infraestructuras Comunes de Telecomunicación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1"/>
            <a:ext cx="713290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1763688" y="1700808"/>
            <a:ext cx="532859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t"/>
            <a:r>
              <a:rPr lang="es-ES_tradnl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5.1. </a:t>
            </a:r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Introducción a las </a:t>
            </a:r>
            <a:r>
              <a:rPr lang="es-ES" sz="24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5.2. Magnitudes y unidades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5.3. Servicios ofrecidos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5.4. Diseño de </a:t>
            </a:r>
            <a:r>
              <a:rPr lang="es-ES" sz="24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5.5. Parámetros de calidad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_tradnl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5.6. </a:t>
            </a:r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Componentes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5.7. Ejemplo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5.8. Presentación de la memoria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5.9. Información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6178" y="6309320"/>
            <a:ext cx="370384" cy="365125"/>
          </a:xfrm>
        </p:spPr>
        <p:txBody>
          <a:bodyPr/>
          <a:lstStyle/>
          <a:p>
            <a:fld id="{DAD8BA2F-E335-4939-99DC-A7E50E548284}" type="slidenum">
              <a: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51</a:t>
            </a:fld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65321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Forma en L"/>
          <p:cNvSpPr/>
          <p:nvPr/>
        </p:nvSpPr>
        <p:spPr>
          <a:xfrm rot="5400000">
            <a:off x="1108166" y="-1177835"/>
            <a:ext cx="6891161" cy="9180514"/>
          </a:xfrm>
          <a:prstGeom prst="corner">
            <a:avLst>
              <a:gd name="adj1" fmla="val 9937"/>
              <a:gd name="adj2" fmla="val 10583"/>
            </a:avLst>
          </a:prstGeom>
          <a:gradFill flip="none" rotWithShape="1">
            <a:gsLst>
              <a:gs pos="100000">
                <a:srgbClr val="83A62A"/>
              </a:gs>
              <a:gs pos="0">
                <a:schemeClr val="tx1"/>
              </a:gs>
              <a:gs pos="9000">
                <a:schemeClr val="tx1"/>
              </a:gs>
              <a:gs pos="24000">
                <a:schemeClr val="accent3">
                  <a:lumMod val="50000"/>
                </a:schemeClr>
              </a:gs>
              <a:gs pos="61000">
                <a:srgbClr val="83A62A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innerShdw blurRad="63500" dist="1016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CuadroTexto"/>
          <p:cNvSpPr txBox="1"/>
          <p:nvPr/>
        </p:nvSpPr>
        <p:spPr>
          <a:xfrm>
            <a:off x="3013080" y="-33159"/>
            <a:ext cx="30828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Presentación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1"/>
            <a:ext cx="713290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6178" y="6309320"/>
            <a:ext cx="451366" cy="365125"/>
          </a:xfrm>
        </p:spPr>
        <p:txBody>
          <a:bodyPr/>
          <a:lstStyle/>
          <a:p>
            <a:fld id="{DAD8BA2F-E335-4939-99DC-A7E50E548284}" type="slidenum">
              <a: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52</a:t>
            </a:fld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1331640" y="1700808"/>
            <a:ext cx="770485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Memoria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Datos generales: promotor, edificio, ley y objetivo del proyecto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Descripción de los elementos a diseñar de acuerdo a la ley: nº tomas por vivienda, parámetros de calidad, componentes a usar...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planos de toda la infraestructura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canalización en el edificio y en cada planta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Pliego de Condiciones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condiciones particulares de la vivienda: características de los elementos, distribución de servicios, infraestructuras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condiciones generales: normativa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Presupuesto</a:t>
            </a:r>
          </a:p>
        </p:txBody>
      </p:sp>
    </p:spTree>
    <p:extLst>
      <p:ext uri="{BB962C8B-B14F-4D97-AF65-F5344CB8AC3E}">
        <p14:creationId xmlns:p14="http://schemas.microsoft.com/office/powerpoint/2010/main" val="245838576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Forma en L"/>
          <p:cNvSpPr/>
          <p:nvPr/>
        </p:nvSpPr>
        <p:spPr>
          <a:xfrm rot="5400000">
            <a:off x="1108166" y="-1177835"/>
            <a:ext cx="6891161" cy="9180514"/>
          </a:xfrm>
          <a:prstGeom prst="corner">
            <a:avLst>
              <a:gd name="adj1" fmla="val 9937"/>
              <a:gd name="adj2" fmla="val 10583"/>
            </a:avLst>
          </a:prstGeom>
          <a:gradFill flip="none" rotWithShape="1">
            <a:gsLst>
              <a:gs pos="100000">
                <a:srgbClr val="83A62A"/>
              </a:gs>
              <a:gs pos="0">
                <a:schemeClr val="tx1"/>
              </a:gs>
              <a:gs pos="9000">
                <a:schemeClr val="tx1"/>
              </a:gs>
              <a:gs pos="24000">
                <a:schemeClr val="accent3">
                  <a:lumMod val="50000"/>
                </a:schemeClr>
              </a:gs>
              <a:gs pos="61000">
                <a:srgbClr val="83A62A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innerShdw blurRad="63500" dist="1016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CuadroTexto"/>
          <p:cNvSpPr txBox="1"/>
          <p:nvPr/>
        </p:nvSpPr>
        <p:spPr>
          <a:xfrm>
            <a:off x="3705168" y="-33159"/>
            <a:ext cx="15183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</a:p>
        </p:txBody>
      </p:sp>
      <p:sp>
        <p:nvSpPr>
          <p:cNvPr id="4" name="3 CuadroTexto"/>
          <p:cNvSpPr txBox="1"/>
          <p:nvPr/>
        </p:nvSpPr>
        <p:spPr>
          <a:xfrm>
            <a:off x="755576" y="1052736"/>
            <a:ext cx="83910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u="sng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Infraestructuras Comunes de Telecomunicación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1"/>
            <a:ext cx="713290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1763688" y="1700808"/>
            <a:ext cx="532859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t"/>
            <a:r>
              <a:rPr lang="es-ES_tradnl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5.1. </a:t>
            </a:r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Introducción a las </a:t>
            </a:r>
            <a:r>
              <a:rPr lang="es-ES" sz="24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5.2. Magnitudes y unidades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5.3. Servicios ofrecidos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5.4. Diseño de </a:t>
            </a:r>
            <a:r>
              <a:rPr lang="es-ES" sz="24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ICTs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5.5. Parámetros de calidad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_tradnl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5.6. </a:t>
            </a:r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Componentes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5.7. Ejemplo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5.8. Presentación de la memoria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/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5.9. Información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6178" y="6309320"/>
            <a:ext cx="370384" cy="365125"/>
          </a:xfrm>
        </p:spPr>
        <p:txBody>
          <a:bodyPr/>
          <a:lstStyle/>
          <a:p>
            <a:fld id="{DAD8BA2F-E335-4939-99DC-A7E50E548284}" type="slidenum">
              <a: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53</a:t>
            </a:fld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981420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Forma en L"/>
          <p:cNvSpPr/>
          <p:nvPr/>
        </p:nvSpPr>
        <p:spPr>
          <a:xfrm rot="5400000">
            <a:off x="1108166" y="-1177835"/>
            <a:ext cx="6891161" cy="9180514"/>
          </a:xfrm>
          <a:prstGeom prst="corner">
            <a:avLst>
              <a:gd name="adj1" fmla="val 9937"/>
              <a:gd name="adj2" fmla="val 10583"/>
            </a:avLst>
          </a:prstGeom>
          <a:gradFill flip="none" rotWithShape="1">
            <a:gsLst>
              <a:gs pos="100000">
                <a:srgbClr val="83A62A"/>
              </a:gs>
              <a:gs pos="0">
                <a:schemeClr val="tx1"/>
              </a:gs>
              <a:gs pos="9000">
                <a:schemeClr val="tx1"/>
              </a:gs>
              <a:gs pos="24000">
                <a:schemeClr val="accent3">
                  <a:lumMod val="50000"/>
                </a:schemeClr>
              </a:gs>
              <a:gs pos="61000">
                <a:srgbClr val="83A62A"/>
              </a:gs>
            </a:gsLst>
            <a:path path="rect">
              <a:fillToRect t="100000" r="100000"/>
            </a:path>
            <a:tileRect l="-100000" b="-100000"/>
          </a:gradFill>
          <a:ln>
            <a:noFill/>
          </a:ln>
          <a:effectLst>
            <a:innerShdw blurRad="63500" dist="1016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2 CuadroTexto"/>
          <p:cNvSpPr txBox="1"/>
          <p:nvPr/>
        </p:nvSpPr>
        <p:spPr>
          <a:xfrm>
            <a:off x="1685939" y="0"/>
            <a:ext cx="28264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Información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1" y="1"/>
            <a:ext cx="713290" cy="70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34062" y="6304235"/>
            <a:ext cx="505490" cy="365125"/>
          </a:xfrm>
        </p:spPr>
        <p:txBody>
          <a:bodyPr/>
          <a:lstStyle/>
          <a:p>
            <a:fld id="{DAD8BA2F-E335-4939-99DC-A7E50E548284}" type="slidenum">
              <a:rPr lang="en-US" sz="16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54</a:t>
            </a:fld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971600" y="2035911"/>
            <a:ext cx="741682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http://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www.instelsa.es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/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servicios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/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telecomunicaciones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/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-c-t/que-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-la-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ict.html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ikastaroak.ulhi.net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edu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/IEA/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ICTV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ICTV01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es_IEA_ICTV01_Contenidos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website_index.html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967860" y="1124744"/>
            <a:ext cx="64870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http://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www.alcad.net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/uploads/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publicaciones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catalogos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/pdf/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LIBRO%20ICT%202.pdf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1076799" y="4466479"/>
            <a:ext cx="585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Empresas con productos: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Televés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Alcad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Tecatel,Fagor</a:t>
            </a: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13109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4828</TotalTime>
  <Words>3183</Words>
  <Application>Microsoft Office PowerPoint</Application>
  <PresentationFormat>Presentación en pantalla (4:3)</PresentationFormat>
  <Paragraphs>852</Paragraphs>
  <Slides>54</Slides>
  <Notes>53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54</vt:i4>
      </vt:variant>
    </vt:vector>
  </HeadingPairs>
  <TitlesOfParts>
    <vt:vector size="58" baseType="lpstr">
      <vt:lpstr>Arial</vt:lpstr>
      <vt:lpstr>Calibri</vt:lpstr>
      <vt:lpstr>Cambria Math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Isaac</dc:creator>
  <cp:lastModifiedBy>Alejandro Laguna Sanz</cp:lastModifiedBy>
  <cp:revision>249</cp:revision>
  <dcterms:created xsi:type="dcterms:W3CDTF">2018-12-24T14:35:07Z</dcterms:created>
  <dcterms:modified xsi:type="dcterms:W3CDTF">2024-04-14T18:45:00Z</dcterms:modified>
</cp:coreProperties>
</file>